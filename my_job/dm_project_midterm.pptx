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2" r:id="rId3"/>
    <p:sldId id="263" r:id="rId4"/>
    <p:sldId id="287" r:id="rId5"/>
    <p:sldId id="286" r:id="rId6"/>
    <p:sldId id="288" r:id="rId7"/>
    <p:sldId id="289" r:id="rId8"/>
    <p:sldId id="265" r:id="rId9"/>
    <p:sldId id="283" r:id="rId10"/>
    <p:sldId id="274" r:id="rId11"/>
    <p:sldId id="282" r:id="rId12"/>
    <p:sldId id="284" r:id="rId13"/>
    <p:sldId id="285" r:id="rId14"/>
    <p:sldId id="290" r:id="rId15"/>
    <p:sldId id="264" r:id="rId16"/>
    <p:sldId id="268" r:id="rId17"/>
    <p:sldId id="266" r:id="rId18"/>
    <p:sldId id="273" r:id="rId19"/>
    <p:sldId id="271" r:id="rId20"/>
    <p:sldId id="269" r:id="rId21"/>
    <p:sldId id="270" r:id="rId22"/>
    <p:sldId id="272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7173F-CF04-3F2B-C88B-9ED067A8A6D1}" name="조 시훈" initials="조시" userId="4bf98f8489b5b01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9E6"/>
    <a:srgbClr val="D4E0DC"/>
    <a:srgbClr val="90B3A6"/>
    <a:srgbClr val="4472C4"/>
    <a:srgbClr val="F2F2F2"/>
    <a:srgbClr val="F6F8F7"/>
    <a:srgbClr val="E3E9E6"/>
    <a:srgbClr val="6B9989"/>
    <a:srgbClr val="577F71"/>
    <a:srgbClr val="225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068EA-5F37-40BD-B98B-A30A181BC603}" v="18" dt="2026-05-08T14:05:47.51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34" y="-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 시훈" userId="4bf98f8489b5b014" providerId="LiveId" clId="{B09822FE-0EE6-4B8C-9D5B-7286BBFF9BD9}"/>
    <pc:docChg chg="undo custSel addSld modSld">
      <pc:chgData name="조 시훈" userId="4bf98f8489b5b014" providerId="LiveId" clId="{B09822FE-0EE6-4B8C-9D5B-7286BBFF9BD9}" dt="2026-05-08T14:44:09.757" v="2030" actId="1076"/>
      <pc:docMkLst>
        <pc:docMk/>
      </pc:docMkLst>
      <pc:sldChg chg="delSp modSp mod">
        <pc:chgData name="조 시훈" userId="4bf98f8489b5b014" providerId="LiveId" clId="{B09822FE-0EE6-4B8C-9D5B-7286BBFF9BD9}" dt="2026-05-08T14:10:43.450" v="1757" actId="478"/>
        <pc:sldMkLst>
          <pc:docMk/>
          <pc:sldMk cId="4237684816" sldId="263"/>
        </pc:sldMkLst>
        <pc:spChg chg="del">
          <ac:chgData name="조 시훈" userId="4bf98f8489b5b014" providerId="LiveId" clId="{B09822FE-0EE6-4B8C-9D5B-7286BBFF9BD9}" dt="2026-05-08T14:10:43.450" v="1757" actId="478"/>
          <ac:spMkLst>
            <pc:docMk/>
            <pc:sldMk cId="4237684816" sldId="263"/>
            <ac:spMk id="15" creationId="{576A1610-C836-43DB-87AF-B88FCCD971E0}"/>
          </ac:spMkLst>
        </pc:spChg>
        <pc:spChg chg="mod">
          <ac:chgData name="조 시훈" userId="4bf98f8489b5b014" providerId="LiveId" clId="{B09822FE-0EE6-4B8C-9D5B-7286BBFF9BD9}" dt="2026-05-08T14:08:19.596" v="1651" actId="20577"/>
          <ac:spMkLst>
            <pc:docMk/>
            <pc:sldMk cId="4237684816" sldId="263"/>
            <ac:spMk id="126" creationId="{8227C382-9A6A-472D-9EE1-B04A8D9A4194}"/>
          </ac:spMkLst>
        </pc:spChg>
      </pc:sldChg>
      <pc:sldChg chg="addSp delSp modSp mod">
        <pc:chgData name="조 시훈" userId="4bf98f8489b5b014" providerId="LiveId" clId="{B09822FE-0EE6-4B8C-9D5B-7286BBFF9BD9}" dt="2026-05-08T14:10:30.448" v="1755" actId="478"/>
        <pc:sldMkLst>
          <pc:docMk/>
          <pc:sldMk cId="3057839469" sldId="265"/>
        </pc:sldMkLst>
        <pc:spChg chg="del">
          <ac:chgData name="조 시훈" userId="4bf98f8489b5b014" providerId="LiveId" clId="{B09822FE-0EE6-4B8C-9D5B-7286BBFF9BD9}" dt="2026-05-08T14:10:30.448" v="1755" actId="478"/>
          <ac:spMkLst>
            <pc:docMk/>
            <pc:sldMk cId="3057839469" sldId="265"/>
            <ac:spMk id="6" creationId="{F971E573-48B7-4BAE-9A09-A7344038D7F1}"/>
          </ac:spMkLst>
        </pc:spChg>
        <pc:spChg chg="mod">
          <ac:chgData name="조 시훈" userId="4bf98f8489b5b014" providerId="LiveId" clId="{B09822FE-0EE6-4B8C-9D5B-7286BBFF9BD9}" dt="2026-05-08T14:09:32.818" v="1708" actId="20577"/>
          <ac:spMkLst>
            <pc:docMk/>
            <pc:sldMk cId="3057839469" sldId="265"/>
            <ac:spMk id="35" creationId="{73F4E395-D679-4EF5-A6D3-80FA4BB274C5}"/>
          </ac:spMkLst>
        </pc:spChg>
        <pc:spChg chg="add del mod">
          <ac:chgData name="조 시훈" userId="4bf98f8489b5b014" providerId="LiveId" clId="{B09822FE-0EE6-4B8C-9D5B-7286BBFF9BD9}" dt="2026-05-08T14:10:26.029" v="1753" actId="1076"/>
          <ac:spMkLst>
            <pc:docMk/>
            <pc:sldMk cId="3057839469" sldId="265"/>
            <ac:spMk id="37" creationId="{5721DE91-787C-4781-8148-FFF50B50A33D}"/>
          </ac:spMkLst>
        </pc:spChg>
        <pc:spChg chg="del">
          <ac:chgData name="조 시훈" userId="4bf98f8489b5b014" providerId="LiveId" clId="{B09822FE-0EE6-4B8C-9D5B-7286BBFF9BD9}" dt="2026-05-08T14:10:28.225" v="1754" actId="478"/>
          <ac:spMkLst>
            <pc:docMk/>
            <pc:sldMk cId="3057839469" sldId="265"/>
            <ac:spMk id="38" creationId="{67D5AE84-FEE6-4298-B99B-C2AD5BC2C124}"/>
          </ac:spMkLst>
        </pc:spChg>
      </pc:sldChg>
      <pc:sldChg chg="modSp mod">
        <pc:chgData name="조 시훈" userId="4bf98f8489b5b014" providerId="LiveId" clId="{B09822FE-0EE6-4B8C-9D5B-7286BBFF9BD9}" dt="2026-05-08T14:15:33.141" v="1864" actId="20577"/>
        <pc:sldMkLst>
          <pc:docMk/>
          <pc:sldMk cId="3530343855" sldId="282"/>
        </pc:sldMkLst>
        <pc:spChg chg="mod">
          <ac:chgData name="조 시훈" userId="4bf98f8489b5b014" providerId="LiveId" clId="{B09822FE-0EE6-4B8C-9D5B-7286BBFF9BD9}" dt="2026-05-08T12:57:24.901" v="327" actId="20577"/>
          <ac:spMkLst>
            <pc:docMk/>
            <pc:sldMk cId="3530343855" sldId="282"/>
            <ac:spMk id="24" creationId="{120E9CF0-B5E1-0C20-CBD4-E34E7D4BD134}"/>
          </ac:spMkLst>
        </pc:spChg>
        <pc:graphicFrameChg chg="modGraphic">
          <ac:chgData name="조 시훈" userId="4bf98f8489b5b014" providerId="LiveId" clId="{B09822FE-0EE6-4B8C-9D5B-7286BBFF9BD9}" dt="2026-05-08T14:15:33.141" v="1864" actId="20577"/>
          <ac:graphicFrameMkLst>
            <pc:docMk/>
            <pc:sldMk cId="3530343855" sldId="282"/>
            <ac:graphicFrameMk id="11" creationId="{A5BEE1E6-6B06-AC76-C807-39A4B5635325}"/>
          </ac:graphicFrameMkLst>
        </pc:graphicFrameChg>
      </pc:sldChg>
      <pc:sldChg chg="modSp mod">
        <pc:chgData name="조 시훈" userId="4bf98f8489b5b014" providerId="LiveId" clId="{B09822FE-0EE6-4B8C-9D5B-7286BBFF9BD9}" dt="2026-05-08T14:14:31.099" v="1852" actId="20577"/>
        <pc:sldMkLst>
          <pc:docMk/>
          <pc:sldMk cId="3137224460" sldId="283"/>
        </pc:sldMkLst>
        <pc:spChg chg="mod">
          <ac:chgData name="조 시훈" userId="4bf98f8489b5b014" providerId="LiveId" clId="{B09822FE-0EE6-4B8C-9D5B-7286BBFF9BD9}" dt="2026-05-08T14:14:31.099" v="1852" actId="20577"/>
          <ac:spMkLst>
            <pc:docMk/>
            <pc:sldMk cId="3137224460" sldId="283"/>
            <ac:spMk id="12" creationId="{0581DE73-60BB-C6FB-0E26-8A307A65F674}"/>
          </ac:spMkLst>
        </pc:spChg>
      </pc:sldChg>
      <pc:sldChg chg="modSp mod">
        <pc:chgData name="조 시훈" userId="4bf98f8489b5b014" providerId="LiveId" clId="{B09822FE-0EE6-4B8C-9D5B-7286BBFF9BD9}" dt="2026-05-08T13:51:26.353" v="1164" actId="20577"/>
        <pc:sldMkLst>
          <pc:docMk/>
          <pc:sldMk cId="2675849376" sldId="284"/>
        </pc:sldMkLst>
        <pc:graphicFrameChg chg="modGraphic">
          <ac:chgData name="조 시훈" userId="4bf98f8489b5b014" providerId="LiveId" clId="{B09822FE-0EE6-4B8C-9D5B-7286BBFF9BD9}" dt="2026-05-08T13:51:26.353" v="1164" actId="20577"/>
          <ac:graphicFrameMkLst>
            <pc:docMk/>
            <pc:sldMk cId="2675849376" sldId="284"/>
            <ac:graphicFrameMk id="15" creationId="{2A1E2732-2238-D0F6-F6E1-26FEEB8FA770}"/>
          </ac:graphicFrameMkLst>
        </pc:graphicFrameChg>
      </pc:sldChg>
      <pc:sldChg chg="addSp delSp modSp mod">
        <pc:chgData name="조 시훈" userId="4bf98f8489b5b014" providerId="LiveId" clId="{B09822FE-0EE6-4B8C-9D5B-7286BBFF9BD9}" dt="2026-05-08T14:44:09.757" v="2030" actId="1076"/>
        <pc:sldMkLst>
          <pc:docMk/>
          <pc:sldMk cId="3643584404" sldId="285"/>
        </pc:sldMkLst>
        <pc:spChg chg="mod">
          <ac:chgData name="조 시훈" userId="4bf98f8489b5b014" providerId="LiveId" clId="{B09822FE-0EE6-4B8C-9D5B-7286BBFF9BD9}" dt="2026-05-08T14:11:01.774" v="1758" actId="14100"/>
          <ac:spMkLst>
            <pc:docMk/>
            <pc:sldMk cId="3643584404" sldId="285"/>
            <ac:spMk id="2" creationId="{970E36AA-550D-299F-20DE-E503C61CDE00}"/>
          </ac:spMkLst>
        </pc:spChg>
        <pc:spChg chg="mod">
          <ac:chgData name="조 시훈" userId="4bf98f8489b5b014" providerId="LiveId" clId="{B09822FE-0EE6-4B8C-9D5B-7286BBFF9BD9}" dt="2026-05-08T14:15:59.585" v="1881" actId="20577"/>
          <ac:spMkLst>
            <pc:docMk/>
            <pc:sldMk cId="3643584404" sldId="285"/>
            <ac:spMk id="7" creationId="{E84E07A5-A1E6-711B-623F-0E6B62260EFE}"/>
          </ac:spMkLst>
        </pc:spChg>
        <pc:spChg chg="mod">
          <ac:chgData name="조 시훈" userId="4bf98f8489b5b014" providerId="LiveId" clId="{B09822FE-0EE6-4B8C-9D5B-7286BBFF9BD9}" dt="2026-05-08T14:43:33.521" v="2022" actId="20577"/>
          <ac:spMkLst>
            <pc:docMk/>
            <pc:sldMk cId="3643584404" sldId="285"/>
            <ac:spMk id="13" creationId="{29723F64-30EF-4453-A85A-D20B7A626DF3}"/>
          </ac:spMkLst>
        </pc:spChg>
        <pc:spChg chg="mod">
          <ac:chgData name="조 시훈" userId="4bf98f8489b5b014" providerId="LiveId" clId="{B09822FE-0EE6-4B8C-9D5B-7286BBFF9BD9}" dt="2026-05-08T13:44:24.158" v="748" actId="1076"/>
          <ac:spMkLst>
            <pc:docMk/>
            <pc:sldMk cId="3643584404" sldId="285"/>
            <ac:spMk id="25" creationId="{E9DE7551-5E63-58A5-1B69-B4F9C8645ADE}"/>
          </ac:spMkLst>
        </pc:spChg>
        <pc:spChg chg="mod">
          <ac:chgData name="조 시훈" userId="4bf98f8489b5b014" providerId="LiveId" clId="{B09822FE-0EE6-4B8C-9D5B-7286BBFF9BD9}" dt="2026-05-08T14:05:36.812" v="1544" actId="113"/>
          <ac:spMkLst>
            <pc:docMk/>
            <pc:sldMk cId="3643584404" sldId="285"/>
            <ac:spMk id="33" creationId="{B36A9AE3-2BE7-DD14-AD96-23B4BD3F4741}"/>
          </ac:spMkLst>
        </pc:spChg>
        <pc:spChg chg="add mod ord">
          <ac:chgData name="조 시훈" userId="4bf98f8489b5b014" providerId="LiveId" clId="{B09822FE-0EE6-4B8C-9D5B-7286BBFF9BD9}" dt="2026-05-08T14:11:06.076" v="1759" actId="14100"/>
          <ac:spMkLst>
            <pc:docMk/>
            <pc:sldMk cId="3643584404" sldId="285"/>
            <ac:spMk id="38" creationId="{A428A62F-6DD7-215E-1FC6-35817CD76DD1}"/>
          </ac:spMkLst>
        </pc:spChg>
        <pc:spChg chg="add del mod">
          <ac:chgData name="조 시훈" userId="4bf98f8489b5b014" providerId="LiveId" clId="{B09822FE-0EE6-4B8C-9D5B-7286BBFF9BD9}" dt="2026-05-08T13:44:11.244" v="744" actId="21"/>
          <ac:spMkLst>
            <pc:docMk/>
            <pc:sldMk cId="3643584404" sldId="285"/>
            <ac:spMk id="39" creationId="{3816EC82-769D-01FD-F2FB-0E83CA74D0EC}"/>
          </ac:spMkLst>
        </pc:spChg>
        <pc:spChg chg="add mod">
          <ac:chgData name="조 시훈" userId="4bf98f8489b5b014" providerId="LiveId" clId="{B09822FE-0EE6-4B8C-9D5B-7286BBFF9BD9}" dt="2026-05-08T14:16:54.614" v="2003" actId="20577"/>
          <ac:spMkLst>
            <pc:docMk/>
            <pc:sldMk cId="3643584404" sldId="285"/>
            <ac:spMk id="40" creationId="{3816EC82-769D-01FD-F2FB-0E83CA74D0EC}"/>
          </ac:spMkLst>
        </pc:spChg>
        <pc:spChg chg="add del mod">
          <ac:chgData name="조 시훈" userId="4bf98f8489b5b014" providerId="LiveId" clId="{B09822FE-0EE6-4B8C-9D5B-7286BBFF9BD9}" dt="2026-05-08T13:51:20.056" v="1163"/>
          <ac:spMkLst>
            <pc:docMk/>
            <pc:sldMk cId="3643584404" sldId="285"/>
            <ac:spMk id="41" creationId="{9939C4E1-615B-176C-DE89-72853D998A57}"/>
          </ac:spMkLst>
        </pc:spChg>
        <pc:spChg chg="mod">
          <ac:chgData name="조 시훈" userId="4bf98f8489b5b014" providerId="LiveId" clId="{B09822FE-0EE6-4B8C-9D5B-7286BBFF9BD9}" dt="2026-05-08T13:37:36.970" v="424" actId="20577"/>
          <ac:spMkLst>
            <pc:docMk/>
            <pc:sldMk cId="3643584404" sldId="285"/>
            <ac:spMk id="50" creationId="{5C37E5CC-C518-61E3-3D0D-CFA7D8300D20}"/>
          </ac:spMkLst>
        </pc:spChg>
        <pc:graphicFrameChg chg="del">
          <ac:chgData name="조 시훈" userId="4bf98f8489b5b014" providerId="LiveId" clId="{B09822FE-0EE6-4B8C-9D5B-7286BBFF9BD9}" dt="2026-05-08T13:37:16.509" v="382" actId="478"/>
          <ac:graphicFrameMkLst>
            <pc:docMk/>
            <pc:sldMk cId="3643584404" sldId="285"/>
            <ac:graphicFrameMk id="3" creationId="{8AC5C3D1-E507-7AAC-755C-85F4BA50444D}"/>
          </ac:graphicFrameMkLst>
        </pc:graphicFrameChg>
        <pc:graphicFrameChg chg="del modGraphic">
          <ac:chgData name="조 시훈" userId="4bf98f8489b5b014" providerId="LiveId" clId="{B09822FE-0EE6-4B8C-9D5B-7286BBFF9BD9}" dt="2026-05-08T13:37:12.059" v="381" actId="478"/>
          <ac:graphicFrameMkLst>
            <pc:docMk/>
            <pc:sldMk cId="3643584404" sldId="285"/>
            <ac:graphicFrameMk id="8" creationId="{A303785A-F5E6-A9A2-6179-6A308DB0818C}"/>
          </ac:graphicFrameMkLst>
        </pc:graphicFrameChg>
        <pc:graphicFrameChg chg="del modGraphic">
          <ac:chgData name="조 시훈" userId="4bf98f8489b5b014" providerId="LiveId" clId="{B09822FE-0EE6-4B8C-9D5B-7286BBFF9BD9}" dt="2026-05-08T13:37:22.721" v="384" actId="478"/>
          <ac:graphicFrameMkLst>
            <pc:docMk/>
            <pc:sldMk cId="3643584404" sldId="285"/>
            <ac:graphicFrameMk id="11" creationId="{82FD5CC5-EC91-6EC4-E938-5356A4CA2A09}"/>
          </ac:graphicFrameMkLst>
        </pc:graphicFrameChg>
        <pc:graphicFrameChg chg="add del mod modGraphic">
          <ac:chgData name="조 시훈" userId="4bf98f8489b5b014" providerId="LiveId" clId="{B09822FE-0EE6-4B8C-9D5B-7286BBFF9BD9}" dt="2026-05-08T14:00:32.533" v="1185" actId="478"/>
          <ac:graphicFrameMkLst>
            <pc:docMk/>
            <pc:sldMk cId="3643584404" sldId="285"/>
            <ac:graphicFrameMk id="42" creationId="{E9374C17-CA18-34D7-8DEA-51284E3FAAF4}"/>
          </ac:graphicFrameMkLst>
        </pc:graphicFrameChg>
        <pc:graphicFrameChg chg="add mod modGraphic">
          <ac:chgData name="조 시훈" userId="4bf98f8489b5b014" providerId="LiveId" clId="{B09822FE-0EE6-4B8C-9D5B-7286BBFF9BD9}" dt="2026-05-08T14:02:22.180" v="1215" actId="1076"/>
          <ac:graphicFrameMkLst>
            <pc:docMk/>
            <pc:sldMk cId="3643584404" sldId="285"/>
            <ac:graphicFrameMk id="43" creationId="{0686C1A6-6C40-CCA7-14FA-A79D35AE375D}"/>
          </ac:graphicFrameMkLst>
        </pc:graphicFrameChg>
        <pc:picChg chg="add mod">
          <ac:chgData name="조 시훈" userId="4bf98f8489b5b014" providerId="LiveId" clId="{B09822FE-0EE6-4B8C-9D5B-7286BBFF9BD9}" dt="2026-05-08T14:44:09.757" v="2030" actId="1076"/>
          <ac:picMkLst>
            <pc:docMk/>
            <pc:sldMk cId="3643584404" sldId="285"/>
            <ac:picMk id="5" creationId="{C4ACC7B9-A572-B948-7ABD-268283AA8FB5}"/>
          </ac:picMkLst>
        </pc:picChg>
        <pc:picChg chg="del">
          <ac:chgData name="조 시훈" userId="4bf98f8489b5b014" providerId="LiveId" clId="{B09822FE-0EE6-4B8C-9D5B-7286BBFF9BD9}" dt="2026-05-08T14:44:06.060" v="2029" actId="478"/>
          <ac:picMkLst>
            <pc:docMk/>
            <pc:sldMk cId="3643584404" sldId="285"/>
            <ac:picMk id="18" creationId="{95FBE21D-2165-3598-FD2B-C12F58516EF8}"/>
          </ac:picMkLst>
        </pc:picChg>
        <pc:picChg chg="del">
          <ac:chgData name="조 시훈" userId="4bf98f8489b5b014" providerId="LiveId" clId="{B09822FE-0EE6-4B8C-9D5B-7286BBFF9BD9}" dt="2026-05-08T13:37:07.608" v="379" actId="478"/>
          <ac:picMkLst>
            <pc:docMk/>
            <pc:sldMk cId="3643584404" sldId="285"/>
            <ac:picMk id="21" creationId="{7B0944FD-C8BD-54C8-9014-08E075BA7B2D}"/>
          </ac:picMkLst>
        </pc:picChg>
        <pc:picChg chg="add mod">
          <ac:chgData name="조 시훈" userId="4bf98f8489b5b014" providerId="LiveId" clId="{B09822FE-0EE6-4B8C-9D5B-7286BBFF9BD9}" dt="2026-05-08T13:42:49.319" v="596" actId="1076"/>
          <ac:picMkLst>
            <pc:docMk/>
            <pc:sldMk cId="3643584404" sldId="285"/>
            <ac:picMk id="35" creationId="{4A8834AF-80C2-2713-58F1-99F73AAAE7F4}"/>
          </ac:picMkLst>
        </pc:picChg>
        <pc:picChg chg="add mod">
          <ac:chgData name="조 시훈" userId="4bf98f8489b5b014" providerId="LiveId" clId="{B09822FE-0EE6-4B8C-9D5B-7286BBFF9BD9}" dt="2026-05-08T14:05:09.456" v="1503" actId="14100"/>
          <ac:picMkLst>
            <pc:docMk/>
            <pc:sldMk cId="3643584404" sldId="285"/>
            <ac:picMk id="37" creationId="{8E5296F5-5ACE-43BC-66CC-9865C1021A7A}"/>
          </ac:picMkLst>
        </pc:picChg>
      </pc:sldChg>
      <pc:sldChg chg="delSp modSp mod">
        <pc:chgData name="조 시훈" userId="4bf98f8489b5b014" providerId="LiveId" clId="{B09822FE-0EE6-4B8C-9D5B-7286BBFF9BD9}" dt="2026-05-08T14:10:39.203" v="1756" actId="478"/>
        <pc:sldMkLst>
          <pc:docMk/>
          <pc:sldMk cId="64900418" sldId="287"/>
        </pc:sldMkLst>
        <pc:spChg chg="del">
          <ac:chgData name="조 시훈" userId="4bf98f8489b5b014" providerId="LiveId" clId="{B09822FE-0EE6-4B8C-9D5B-7286BBFF9BD9}" dt="2026-05-08T14:10:39.203" v="1756" actId="478"/>
          <ac:spMkLst>
            <pc:docMk/>
            <pc:sldMk cId="64900418" sldId="287"/>
            <ac:spMk id="6" creationId="{D964FB17-AB76-163E-39E6-CC7FA94DA6BD}"/>
          </ac:spMkLst>
        </pc:spChg>
        <pc:spChg chg="mod">
          <ac:chgData name="조 시훈" userId="4bf98f8489b5b014" providerId="LiveId" clId="{B09822FE-0EE6-4B8C-9D5B-7286BBFF9BD9}" dt="2026-05-08T14:09:39.072" v="1714" actId="20577"/>
          <ac:spMkLst>
            <pc:docMk/>
            <pc:sldMk cId="64900418" sldId="287"/>
            <ac:spMk id="35" creationId="{DC9EEDA8-0109-6AC0-3A1D-CC79FB45AFA2}"/>
          </ac:spMkLst>
        </pc:spChg>
        <pc:spChg chg="mod">
          <ac:chgData name="조 시훈" userId="4bf98f8489b5b014" providerId="LiveId" clId="{B09822FE-0EE6-4B8C-9D5B-7286BBFF9BD9}" dt="2026-05-08T14:09:21.917" v="1686" actId="1076"/>
          <ac:spMkLst>
            <pc:docMk/>
            <pc:sldMk cId="64900418" sldId="287"/>
            <ac:spMk id="37" creationId="{BFB05028-DA28-5E75-48FF-C454C2F142CC}"/>
          </ac:spMkLst>
        </pc:spChg>
        <pc:spChg chg="del">
          <ac:chgData name="조 시훈" userId="4bf98f8489b5b014" providerId="LiveId" clId="{B09822FE-0EE6-4B8C-9D5B-7286BBFF9BD9}" dt="2026-05-08T14:10:19.983" v="1752" actId="478"/>
          <ac:spMkLst>
            <pc:docMk/>
            <pc:sldMk cId="64900418" sldId="287"/>
            <ac:spMk id="38" creationId="{64247D62-651C-2C31-7720-3FDF32CA11CE}"/>
          </ac:spMkLst>
        </pc:spChg>
      </pc:sldChg>
      <pc:sldChg chg="addSp delSp modSp add mod">
        <pc:chgData name="조 시훈" userId="4bf98f8489b5b014" providerId="LiveId" clId="{B09822FE-0EE6-4B8C-9D5B-7286BBFF9BD9}" dt="2026-05-08T12:49:16.063" v="207"/>
        <pc:sldMkLst>
          <pc:docMk/>
          <pc:sldMk cId="4140542030" sldId="290"/>
        </pc:sldMkLst>
        <pc:spChg chg="add del mod">
          <ac:chgData name="조 시훈" userId="4bf98f8489b5b014" providerId="LiveId" clId="{B09822FE-0EE6-4B8C-9D5B-7286BBFF9BD9}" dt="2026-05-08T12:49:16.063" v="207"/>
          <ac:spMkLst>
            <pc:docMk/>
            <pc:sldMk cId="4140542030" sldId="290"/>
            <ac:spMk id="2" creationId="{4DE4C3A6-39AE-DF78-8587-F85DB16DC62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A2218-0323-4847-9A7E-9F6E8203E33D}" type="doc">
      <dgm:prSet loTypeId="urn:microsoft.com/office/officeart/2005/8/layout/matrix2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A1DD2974-4231-4138-9CDE-F7A8B3851BB1}">
      <dgm:prSet phldrT="[텍스트]" custT="1"/>
      <dgm:spPr>
        <a:solidFill>
          <a:srgbClr val="448E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4BE1F847-A0ED-4ECD-AB6A-E290BF2CFD42}" type="par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10DC76E-A6EF-4824-BA01-5D80C97CE196}" type="sib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A8000F63-A886-41E5-94B9-F51591312069}">
      <dgm:prSet phldrT="[텍스트]" custT="1"/>
      <dgm:spPr>
        <a:solidFill>
          <a:srgbClr val="9DC3CF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3476BDC-C178-412C-8451-ABEF031B66A4}" type="par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DF7942E-04EA-4106-B54B-BD19E92E6294}" type="sib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9BD2920-3F4C-4E0E-A1C2-434C97F09D09}">
      <dgm:prSet phldrT="[텍스트]" custT="1"/>
      <dgm:spPr>
        <a:solidFill>
          <a:srgbClr val="4187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315523B-9EAE-4E79-8726-6975023EFC4B}" type="par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47EA22C-CB9E-4B4D-B162-BCB0A69F43B5}" type="sib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74A1F05-5D66-43B6-BB7B-DBBCB6D0C573}">
      <dgm:prSet phldrT="[텍스트]" custT="1"/>
      <dgm:spPr>
        <a:solidFill>
          <a:srgbClr val="A4C4B9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D30D5D1-0F42-4736-A87A-7A9094F9E31E}" type="par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0208EB55-EE7A-4675-ABC6-515BDF4FBE38}" type="sib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591FDA2E-099C-4F0F-9D6E-95A921D13781}" type="pres">
      <dgm:prSet presAssocID="{725A2218-0323-4847-9A7E-9F6E8203E33D}" presName="matrix" presStyleCnt="0">
        <dgm:presLayoutVars>
          <dgm:chMax val="1"/>
          <dgm:dir/>
          <dgm:resizeHandles val="exact"/>
        </dgm:presLayoutVars>
      </dgm:prSet>
      <dgm:spPr/>
    </dgm:pt>
    <dgm:pt modelId="{F0DDF132-ABF6-4E42-9145-AC7EF0B32B82}" type="pres">
      <dgm:prSet presAssocID="{725A2218-0323-4847-9A7E-9F6E8203E33D}" presName="axisShape" presStyleLbl="bgShp" presStyleIdx="0" presStyleCnt="1"/>
      <dgm:spPr>
        <a:solidFill>
          <a:schemeClr val="bg1">
            <a:lumMod val="95000"/>
          </a:schemeClr>
        </a:solidFill>
      </dgm:spPr>
    </dgm:pt>
    <dgm:pt modelId="{6ADC1875-3CA0-4422-B69C-5E27AFA55986}" type="pres">
      <dgm:prSet presAssocID="{725A2218-0323-4847-9A7E-9F6E8203E33D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A5047E5-BE12-40A9-A556-7B5AAADB3FC5}" type="pres">
      <dgm:prSet presAssocID="{725A2218-0323-4847-9A7E-9F6E8203E33D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D8661BF-8BB4-4CDB-BCAD-BCD181D397F3}" type="pres">
      <dgm:prSet presAssocID="{725A2218-0323-4847-9A7E-9F6E8203E33D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E51C24A-A76A-40DD-8E05-EFF283176035}" type="pres">
      <dgm:prSet presAssocID="{725A2218-0323-4847-9A7E-9F6E8203E33D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DEC220-BA40-42E8-A8F7-E24D193E062B}" srcId="{725A2218-0323-4847-9A7E-9F6E8203E33D}" destId="{D74A1F05-5D66-43B6-BB7B-DBBCB6D0C573}" srcOrd="3" destOrd="0" parTransId="{BD30D5D1-0F42-4736-A87A-7A9094F9E31E}" sibTransId="{0208EB55-EE7A-4675-ABC6-515BDF4FBE38}"/>
    <dgm:cxn modelId="{242F1A2B-2460-40F5-9818-CE3342BC2512}" type="presOf" srcId="{A1DD2974-4231-4138-9CDE-F7A8B3851BB1}" destId="{6ADC1875-3CA0-4422-B69C-5E27AFA55986}" srcOrd="0" destOrd="0" presId="urn:microsoft.com/office/officeart/2005/8/layout/matrix2"/>
    <dgm:cxn modelId="{9FAB5D34-DA51-4678-9258-471FE58F76BA}" type="presOf" srcId="{D74A1F05-5D66-43B6-BB7B-DBBCB6D0C573}" destId="{BE51C24A-A76A-40DD-8E05-EFF283176035}" srcOrd="0" destOrd="0" presId="urn:microsoft.com/office/officeart/2005/8/layout/matrix2"/>
    <dgm:cxn modelId="{914B7E4A-4710-45B9-B7C8-39D76F1EF21C}" type="presOf" srcId="{89BD2920-3F4C-4E0E-A1C2-434C97F09D09}" destId="{4D8661BF-8BB4-4CDB-BCAD-BCD181D397F3}" srcOrd="0" destOrd="0" presId="urn:microsoft.com/office/officeart/2005/8/layout/matrix2"/>
    <dgm:cxn modelId="{15F0516C-10F4-4D37-9AE5-36710B8E024B}" srcId="{725A2218-0323-4847-9A7E-9F6E8203E33D}" destId="{A1DD2974-4231-4138-9CDE-F7A8B3851BB1}" srcOrd="0" destOrd="0" parTransId="{4BE1F847-A0ED-4ECD-AB6A-E290BF2CFD42}" sibTransId="{010DC76E-A6EF-4824-BA01-5D80C97CE196}"/>
    <dgm:cxn modelId="{8F0E867F-F63D-41A8-B742-4DD03069EFBB}" srcId="{725A2218-0323-4847-9A7E-9F6E8203E33D}" destId="{89BD2920-3F4C-4E0E-A1C2-434C97F09D09}" srcOrd="2" destOrd="0" parTransId="{D315523B-9EAE-4E79-8726-6975023EFC4B}" sibTransId="{B47EA22C-CB9E-4B4D-B162-BCB0A69F43B5}"/>
    <dgm:cxn modelId="{AF7F148F-BBBD-4C4D-98D8-B70B6A0309FE}" type="presOf" srcId="{725A2218-0323-4847-9A7E-9F6E8203E33D}" destId="{591FDA2E-099C-4F0F-9D6E-95A921D13781}" srcOrd="0" destOrd="0" presId="urn:microsoft.com/office/officeart/2005/8/layout/matrix2"/>
    <dgm:cxn modelId="{2B368099-8994-4166-AFED-FD0E1E542401}" type="presOf" srcId="{A8000F63-A886-41E5-94B9-F51591312069}" destId="{3A5047E5-BE12-40A9-A556-7B5AAADB3FC5}" srcOrd="0" destOrd="0" presId="urn:microsoft.com/office/officeart/2005/8/layout/matrix2"/>
    <dgm:cxn modelId="{B1C006CB-A906-4983-8276-15D8B36961A0}" srcId="{725A2218-0323-4847-9A7E-9F6E8203E33D}" destId="{A8000F63-A886-41E5-94B9-F51591312069}" srcOrd="1" destOrd="0" parTransId="{B3476BDC-C178-412C-8451-ABEF031B66A4}" sibTransId="{8DF7942E-04EA-4106-B54B-BD19E92E6294}"/>
    <dgm:cxn modelId="{642D79ED-D292-4767-B4CC-638A0B72DEF7}" type="presParOf" srcId="{591FDA2E-099C-4F0F-9D6E-95A921D13781}" destId="{F0DDF132-ABF6-4E42-9145-AC7EF0B32B82}" srcOrd="0" destOrd="0" presId="urn:microsoft.com/office/officeart/2005/8/layout/matrix2"/>
    <dgm:cxn modelId="{AE1A4316-7B90-4F00-88CE-30F43239AD64}" type="presParOf" srcId="{591FDA2E-099C-4F0F-9D6E-95A921D13781}" destId="{6ADC1875-3CA0-4422-B69C-5E27AFA55986}" srcOrd="1" destOrd="0" presId="urn:microsoft.com/office/officeart/2005/8/layout/matrix2"/>
    <dgm:cxn modelId="{AF94DC69-7B16-4086-BE8F-0A37BBE8B1EF}" type="presParOf" srcId="{591FDA2E-099C-4F0F-9D6E-95A921D13781}" destId="{3A5047E5-BE12-40A9-A556-7B5AAADB3FC5}" srcOrd="2" destOrd="0" presId="urn:microsoft.com/office/officeart/2005/8/layout/matrix2"/>
    <dgm:cxn modelId="{BE2B128F-6181-4236-88AF-D2755F5BD64F}" type="presParOf" srcId="{591FDA2E-099C-4F0F-9D6E-95A921D13781}" destId="{4D8661BF-8BB4-4CDB-BCAD-BCD181D397F3}" srcOrd="3" destOrd="0" presId="urn:microsoft.com/office/officeart/2005/8/layout/matrix2"/>
    <dgm:cxn modelId="{A296E2A7-F892-425A-BB08-2E99FC66B9C3}" type="presParOf" srcId="{591FDA2E-099C-4F0F-9D6E-95A921D13781}" destId="{BE51C24A-A76A-40DD-8E05-EFF283176035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870D8A-B850-4791-9E7D-BEAAB0DDE35A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525267C4-41E5-4200-8CC1-C7A9C189E35E}">
      <dgm:prSet phldrT="[텍스트]" custT="1"/>
      <dgm:spPr>
        <a:solidFill>
          <a:srgbClr val="83A99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3185DB30-F281-42D8-A935-CF7AD4F20DCE}" type="par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90682EA1-1383-4063-A7A7-810A0A62845E}" type="sib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30A5D7F3-9060-4A60-8C1C-F6E7B9435EDB}">
      <dgm:prSet phldrT="[텍스트]" custT="1"/>
      <dgm:spPr>
        <a:solidFill>
          <a:srgbClr val="47937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94AB2604-8954-47AD-BDC2-5B239965C4BD}" type="par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A9ECFF7-4F53-49BB-86D4-8A324403D922}" type="sib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C939CB90-6439-4F70-B9BB-E42BA907F834}">
      <dgm:prSet phldrT="[텍스트]" custT="1"/>
      <dgm:spPr>
        <a:solidFill>
          <a:srgbClr val="3D7F6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CBAB8A2B-119F-43AB-BFB1-C62C4BEF8602}" type="par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D2F5590-2448-449B-B875-DC2E7DC8E184}" type="sib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79B58019-09BC-4246-BAB4-F3CCEFEB8633}">
      <dgm:prSet phldrT="[텍스트]" custT="1"/>
      <dgm:spPr>
        <a:solidFill>
          <a:srgbClr val="22523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5187202D-E796-42D2-8A61-E7507A616E4C}" type="par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141B334-2A37-4FE8-8C88-ACC8BA9D72B2}" type="sib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8CC61F8-D487-4B25-8429-F684F1040DEC}">
      <dgm:prSet phldrT="[텍스트]" custT="1"/>
      <dgm:spPr>
        <a:solidFill>
          <a:srgbClr val="C4D6D0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0C059BBE-66C5-40EB-8040-0E972AE295C3}" type="par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8C0F8AC-CB16-4295-89FF-26B58FC4B4FE}" type="sib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EAFDFAA-5AD8-4F77-9456-C23AA58F96C1}" type="pres">
      <dgm:prSet presAssocID="{F1870D8A-B850-4791-9E7D-BEAAB0DDE35A}" presName="Name0" presStyleCnt="0">
        <dgm:presLayoutVars>
          <dgm:dir/>
          <dgm:resizeHandles val="exact"/>
        </dgm:presLayoutVars>
      </dgm:prSet>
      <dgm:spPr/>
    </dgm:pt>
    <dgm:pt modelId="{F35ECD37-C7CF-46AA-A778-9E127B06E398}" type="pres">
      <dgm:prSet presAssocID="{F1870D8A-B850-4791-9E7D-BEAAB0DDE35A}" presName="cycle" presStyleCnt="0"/>
      <dgm:spPr/>
    </dgm:pt>
    <dgm:pt modelId="{EC928545-E767-4FF6-9560-D81E84DEB804}" type="pres">
      <dgm:prSet presAssocID="{525267C4-41E5-4200-8CC1-C7A9C189E35E}" presName="nodeFirstNode" presStyleLbl="node1" presStyleIdx="0" presStyleCnt="5" custScaleX="79064" custScaleY="79064">
        <dgm:presLayoutVars>
          <dgm:bulletEnabled val="1"/>
        </dgm:presLayoutVars>
      </dgm:prSet>
      <dgm:spPr/>
    </dgm:pt>
    <dgm:pt modelId="{7FE1B120-630B-42BF-A40A-400FAC0CDDA3}" type="pres">
      <dgm:prSet presAssocID="{90682EA1-1383-4063-A7A7-810A0A62845E}" presName="sibTransFirstNode" presStyleLbl="bgShp" presStyleIdx="0" presStyleCnt="1"/>
      <dgm:spPr/>
    </dgm:pt>
    <dgm:pt modelId="{99B5665D-5428-4EDC-B910-20EF776BBC52}" type="pres">
      <dgm:prSet presAssocID="{30A5D7F3-9060-4A60-8C1C-F6E7B9435EDB}" presName="nodeFollowingNodes" presStyleLbl="node1" presStyleIdx="1" presStyleCnt="5" custScaleX="79064" custScaleY="79064">
        <dgm:presLayoutVars>
          <dgm:bulletEnabled val="1"/>
        </dgm:presLayoutVars>
      </dgm:prSet>
      <dgm:spPr/>
    </dgm:pt>
    <dgm:pt modelId="{FD5CD454-37E4-4068-A8E7-8B796AB726A3}" type="pres">
      <dgm:prSet presAssocID="{C939CB90-6439-4F70-B9BB-E42BA907F834}" presName="nodeFollowingNodes" presStyleLbl="node1" presStyleIdx="2" presStyleCnt="5" custScaleX="79064" custScaleY="79064">
        <dgm:presLayoutVars>
          <dgm:bulletEnabled val="1"/>
        </dgm:presLayoutVars>
      </dgm:prSet>
      <dgm:spPr/>
    </dgm:pt>
    <dgm:pt modelId="{9A767CDA-816B-4EDB-9CB0-D7B21045A6F4}" type="pres">
      <dgm:prSet presAssocID="{79B58019-09BC-4246-BAB4-F3CCEFEB8633}" presName="nodeFollowingNodes" presStyleLbl="node1" presStyleIdx="3" presStyleCnt="5" custScaleX="79064" custScaleY="79064">
        <dgm:presLayoutVars>
          <dgm:bulletEnabled val="1"/>
        </dgm:presLayoutVars>
      </dgm:prSet>
      <dgm:spPr/>
    </dgm:pt>
    <dgm:pt modelId="{CE3E5BDD-19EA-42EE-9091-E5A8F7EE87D6}" type="pres">
      <dgm:prSet presAssocID="{08CC61F8-D487-4B25-8429-F684F1040DEC}" presName="nodeFollowingNodes" presStyleLbl="node1" presStyleIdx="4" presStyleCnt="5" custScaleX="79064" custScaleY="79064">
        <dgm:presLayoutVars>
          <dgm:bulletEnabled val="1"/>
        </dgm:presLayoutVars>
      </dgm:prSet>
      <dgm:spPr/>
    </dgm:pt>
  </dgm:ptLst>
  <dgm:cxnLst>
    <dgm:cxn modelId="{9A8E2600-B0FE-4452-920A-E1C8DB3D4069}" srcId="{F1870D8A-B850-4791-9E7D-BEAAB0DDE35A}" destId="{525267C4-41E5-4200-8CC1-C7A9C189E35E}" srcOrd="0" destOrd="0" parTransId="{3185DB30-F281-42D8-A935-CF7AD4F20DCE}" sibTransId="{90682EA1-1383-4063-A7A7-810A0A62845E}"/>
    <dgm:cxn modelId="{CD686700-77F0-4D5F-9689-90D4A78170FE}" type="presOf" srcId="{C939CB90-6439-4F70-B9BB-E42BA907F834}" destId="{FD5CD454-37E4-4068-A8E7-8B796AB726A3}" srcOrd="0" destOrd="0" presId="urn:microsoft.com/office/officeart/2005/8/layout/cycle3"/>
    <dgm:cxn modelId="{4FB0A712-D3BE-4F82-846E-F65BB590DE2E}" type="presOf" srcId="{79B58019-09BC-4246-BAB4-F3CCEFEB8633}" destId="{9A767CDA-816B-4EDB-9CB0-D7B21045A6F4}" srcOrd="0" destOrd="0" presId="urn:microsoft.com/office/officeart/2005/8/layout/cycle3"/>
    <dgm:cxn modelId="{83B2E244-E150-49FF-871F-06C19D34D905}" type="presOf" srcId="{90682EA1-1383-4063-A7A7-810A0A62845E}" destId="{7FE1B120-630B-42BF-A40A-400FAC0CDDA3}" srcOrd="0" destOrd="0" presId="urn:microsoft.com/office/officeart/2005/8/layout/cycle3"/>
    <dgm:cxn modelId="{BBB18277-985B-496A-9159-D9BEB48AC3B4}" srcId="{F1870D8A-B850-4791-9E7D-BEAAB0DDE35A}" destId="{C939CB90-6439-4F70-B9BB-E42BA907F834}" srcOrd="2" destOrd="0" parTransId="{CBAB8A2B-119F-43AB-BFB1-C62C4BEF8602}" sibTransId="{0D2F5590-2448-449B-B875-DC2E7DC8E184}"/>
    <dgm:cxn modelId="{1DFDF388-D033-4874-8DFC-0AC63C192F05}" type="presOf" srcId="{F1870D8A-B850-4791-9E7D-BEAAB0DDE35A}" destId="{2EAFDFAA-5AD8-4F77-9456-C23AA58F96C1}" srcOrd="0" destOrd="0" presId="urn:microsoft.com/office/officeart/2005/8/layout/cycle3"/>
    <dgm:cxn modelId="{7793289A-7AFA-419C-A5B7-68EE00ACE5F0}" srcId="{F1870D8A-B850-4791-9E7D-BEAAB0DDE35A}" destId="{79B58019-09BC-4246-BAB4-F3CCEFEB8633}" srcOrd="3" destOrd="0" parTransId="{5187202D-E796-42D2-8A61-E7507A616E4C}" sibTransId="{2141B334-2A37-4FE8-8C88-ACC8BA9D72B2}"/>
    <dgm:cxn modelId="{867995A0-1D29-4EBB-A070-5C8BD916656E}" type="presOf" srcId="{30A5D7F3-9060-4A60-8C1C-F6E7B9435EDB}" destId="{99B5665D-5428-4EDC-B910-20EF776BBC52}" srcOrd="0" destOrd="0" presId="urn:microsoft.com/office/officeart/2005/8/layout/cycle3"/>
    <dgm:cxn modelId="{64B713A9-1C1D-44C1-8789-10CBCD418375}" srcId="{F1870D8A-B850-4791-9E7D-BEAAB0DDE35A}" destId="{30A5D7F3-9060-4A60-8C1C-F6E7B9435EDB}" srcOrd="1" destOrd="0" parTransId="{94AB2604-8954-47AD-BDC2-5B239965C4BD}" sibTransId="{0A9ECFF7-4F53-49BB-86D4-8A324403D922}"/>
    <dgm:cxn modelId="{F4B53BC1-ACAC-4D7C-B5F8-E1ED307A8ED4}" type="presOf" srcId="{525267C4-41E5-4200-8CC1-C7A9C189E35E}" destId="{EC928545-E767-4FF6-9560-D81E84DEB804}" srcOrd="0" destOrd="0" presId="urn:microsoft.com/office/officeart/2005/8/layout/cycle3"/>
    <dgm:cxn modelId="{4B8D74C1-118D-4B41-9FD1-427B938B3DE1}" srcId="{F1870D8A-B850-4791-9E7D-BEAAB0DDE35A}" destId="{08CC61F8-D487-4B25-8429-F684F1040DEC}" srcOrd="4" destOrd="0" parTransId="{0C059BBE-66C5-40EB-8040-0E972AE295C3}" sibTransId="{88C0F8AC-CB16-4295-89FF-26B58FC4B4FE}"/>
    <dgm:cxn modelId="{6A691AFA-3F41-44FE-B677-F8B50FDE4744}" type="presOf" srcId="{08CC61F8-D487-4B25-8429-F684F1040DEC}" destId="{CE3E5BDD-19EA-42EE-9091-E5A8F7EE87D6}" srcOrd="0" destOrd="0" presId="urn:microsoft.com/office/officeart/2005/8/layout/cycle3"/>
    <dgm:cxn modelId="{B3DE9C99-F0E9-4D7E-8CD0-838DC6478E3D}" type="presParOf" srcId="{2EAFDFAA-5AD8-4F77-9456-C23AA58F96C1}" destId="{F35ECD37-C7CF-46AA-A778-9E127B06E398}" srcOrd="0" destOrd="0" presId="urn:microsoft.com/office/officeart/2005/8/layout/cycle3"/>
    <dgm:cxn modelId="{B795B5DE-AD70-4672-8AC9-65F3F4F460D7}" type="presParOf" srcId="{F35ECD37-C7CF-46AA-A778-9E127B06E398}" destId="{EC928545-E767-4FF6-9560-D81E84DEB804}" srcOrd="0" destOrd="0" presId="urn:microsoft.com/office/officeart/2005/8/layout/cycle3"/>
    <dgm:cxn modelId="{ADAD77B9-DB76-489F-B8A2-97875DEB0B76}" type="presParOf" srcId="{F35ECD37-C7CF-46AA-A778-9E127B06E398}" destId="{7FE1B120-630B-42BF-A40A-400FAC0CDDA3}" srcOrd="1" destOrd="0" presId="urn:microsoft.com/office/officeart/2005/8/layout/cycle3"/>
    <dgm:cxn modelId="{1FA9FA59-74B4-44D9-A4FE-AFC56DEA2AA5}" type="presParOf" srcId="{F35ECD37-C7CF-46AA-A778-9E127B06E398}" destId="{99B5665D-5428-4EDC-B910-20EF776BBC52}" srcOrd="2" destOrd="0" presId="urn:microsoft.com/office/officeart/2005/8/layout/cycle3"/>
    <dgm:cxn modelId="{FEB46BA6-7A53-4A30-956F-E0B005AC40AE}" type="presParOf" srcId="{F35ECD37-C7CF-46AA-A778-9E127B06E398}" destId="{FD5CD454-37E4-4068-A8E7-8B796AB726A3}" srcOrd="3" destOrd="0" presId="urn:microsoft.com/office/officeart/2005/8/layout/cycle3"/>
    <dgm:cxn modelId="{D01C4CE3-4D54-407C-8A2F-B8939F5D36DC}" type="presParOf" srcId="{F35ECD37-C7CF-46AA-A778-9E127B06E398}" destId="{9A767CDA-816B-4EDB-9CB0-D7B21045A6F4}" srcOrd="4" destOrd="0" presId="urn:microsoft.com/office/officeart/2005/8/layout/cycle3"/>
    <dgm:cxn modelId="{69A41B70-F2FF-4FBF-95D3-F1EE74004048}" type="presParOf" srcId="{F35ECD37-C7CF-46AA-A778-9E127B06E398}" destId="{CE3E5BDD-19EA-42EE-9091-E5A8F7EE87D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DF132-ABF6-4E42-9145-AC7EF0B32B82}">
      <dsp:nvSpPr>
        <dsp:cNvPr id="0" name=""/>
        <dsp:cNvSpPr/>
      </dsp:nvSpPr>
      <dsp:spPr>
        <a:xfrm>
          <a:off x="1132545" y="0"/>
          <a:ext cx="4275959" cy="427595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C1875-3CA0-4422-B69C-5E27AFA55986}">
      <dsp:nvSpPr>
        <dsp:cNvPr id="0" name=""/>
        <dsp:cNvSpPr/>
      </dsp:nvSpPr>
      <dsp:spPr>
        <a:xfrm>
          <a:off x="1410482" y="277937"/>
          <a:ext cx="1710383" cy="1710383"/>
        </a:xfrm>
        <a:prstGeom prst="roundRect">
          <a:avLst/>
        </a:prstGeom>
        <a:solidFill>
          <a:srgbClr val="448E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361431"/>
        <a:ext cx="1543395" cy="1543395"/>
      </dsp:txXfrm>
    </dsp:sp>
    <dsp:sp modelId="{3A5047E5-BE12-40A9-A556-7B5AAADB3FC5}">
      <dsp:nvSpPr>
        <dsp:cNvPr id="0" name=""/>
        <dsp:cNvSpPr/>
      </dsp:nvSpPr>
      <dsp:spPr>
        <a:xfrm>
          <a:off x="3420183" y="277937"/>
          <a:ext cx="1710383" cy="1710383"/>
        </a:xfrm>
        <a:prstGeom prst="roundRect">
          <a:avLst/>
        </a:prstGeom>
        <a:solidFill>
          <a:srgbClr val="9DC3C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361431"/>
        <a:ext cx="1543395" cy="1543395"/>
      </dsp:txXfrm>
    </dsp:sp>
    <dsp:sp modelId="{4D8661BF-8BB4-4CDB-BCAD-BCD181D397F3}">
      <dsp:nvSpPr>
        <dsp:cNvPr id="0" name=""/>
        <dsp:cNvSpPr/>
      </dsp:nvSpPr>
      <dsp:spPr>
        <a:xfrm>
          <a:off x="1410482" y="2287638"/>
          <a:ext cx="1710383" cy="1710383"/>
        </a:xfrm>
        <a:prstGeom prst="roundRect">
          <a:avLst/>
        </a:prstGeom>
        <a:solidFill>
          <a:srgbClr val="4187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2371132"/>
        <a:ext cx="1543395" cy="1543395"/>
      </dsp:txXfrm>
    </dsp:sp>
    <dsp:sp modelId="{BE51C24A-A76A-40DD-8E05-EFF283176035}">
      <dsp:nvSpPr>
        <dsp:cNvPr id="0" name=""/>
        <dsp:cNvSpPr/>
      </dsp:nvSpPr>
      <dsp:spPr>
        <a:xfrm>
          <a:off x="3420183" y="2287638"/>
          <a:ext cx="1710383" cy="1710383"/>
        </a:xfrm>
        <a:prstGeom prst="roundRect">
          <a:avLst/>
        </a:prstGeom>
        <a:solidFill>
          <a:srgbClr val="A4C4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2371132"/>
        <a:ext cx="1543395" cy="1543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1B120-630B-42BF-A40A-400FAC0CDDA3}">
      <dsp:nvSpPr>
        <dsp:cNvPr id="0" name=""/>
        <dsp:cNvSpPr/>
      </dsp:nvSpPr>
      <dsp:spPr>
        <a:xfrm>
          <a:off x="1024506" y="55593"/>
          <a:ext cx="2889800" cy="2889800"/>
        </a:xfrm>
        <a:prstGeom prst="circularArrow">
          <a:avLst>
            <a:gd name="adj1" fmla="val 5544"/>
            <a:gd name="adj2" fmla="val 330680"/>
            <a:gd name="adj3" fmla="val 14307202"/>
            <a:gd name="adj4" fmla="val 17070408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28545-E767-4FF6-9560-D81E84DEB804}">
      <dsp:nvSpPr>
        <dsp:cNvPr id="0" name=""/>
        <dsp:cNvSpPr/>
      </dsp:nvSpPr>
      <dsp:spPr>
        <a:xfrm>
          <a:off x="1953657" y="69355"/>
          <a:ext cx="1031498" cy="515749"/>
        </a:xfrm>
        <a:prstGeom prst="roundRect">
          <a:avLst/>
        </a:prstGeom>
        <a:solidFill>
          <a:srgbClr val="83A9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978834" y="94532"/>
        <a:ext cx="981144" cy="465395"/>
      </dsp:txXfrm>
    </dsp:sp>
    <dsp:sp modelId="{99B5665D-5428-4EDC-B910-20EF776BBC52}">
      <dsp:nvSpPr>
        <dsp:cNvPr id="0" name=""/>
        <dsp:cNvSpPr/>
      </dsp:nvSpPr>
      <dsp:spPr>
        <a:xfrm>
          <a:off x="3125667" y="920871"/>
          <a:ext cx="1031498" cy="515749"/>
        </a:xfrm>
        <a:prstGeom prst="roundRect">
          <a:avLst/>
        </a:prstGeom>
        <a:solidFill>
          <a:srgbClr val="4793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3150844" y="946048"/>
        <a:ext cx="981144" cy="465395"/>
      </dsp:txXfrm>
    </dsp:sp>
    <dsp:sp modelId="{FD5CD454-37E4-4068-A8E7-8B796AB726A3}">
      <dsp:nvSpPr>
        <dsp:cNvPr id="0" name=""/>
        <dsp:cNvSpPr/>
      </dsp:nvSpPr>
      <dsp:spPr>
        <a:xfrm>
          <a:off x="2677999" y="2298651"/>
          <a:ext cx="1031498" cy="515749"/>
        </a:xfrm>
        <a:prstGeom prst="roundRect">
          <a:avLst/>
        </a:prstGeom>
        <a:solidFill>
          <a:srgbClr val="3D7F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2703176" y="2323828"/>
        <a:ext cx="981144" cy="465395"/>
      </dsp:txXfrm>
    </dsp:sp>
    <dsp:sp modelId="{9A767CDA-816B-4EDB-9CB0-D7B21045A6F4}">
      <dsp:nvSpPr>
        <dsp:cNvPr id="0" name=""/>
        <dsp:cNvSpPr/>
      </dsp:nvSpPr>
      <dsp:spPr>
        <a:xfrm>
          <a:off x="1229315" y="2298651"/>
          <a:ext cx="1031498" cy="515749"/>
        </a:xfrm>
        <a:prstGeom prst="roundRect">
          <a:avLst/>
        </a:prstGeom>
        <a:solidFill>
          <a:srgbClr val="2252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254492" y="2323828"/>
        <a:ext cx="981144" cy="465395"/>
      </dsp:txXfrm>
    </dsp:sp>
    <dsp:sp modelId="{CE3E5BDD-19EA-42EE-9091-E5A8F7EE87D6}">
      <dsp:nvSpPr>
        <dsp:cNvPr id="0" name=""/>
        <dsp:cNvSpPr/>
      </dsp:nvSpPr>
      <dsp:spPr>
        <a:xfrm>
          <a:off x="781647" y="920871"/>
          <a:ext cx="1031498" cy="515749"/>
        </a:xfrm>
        <a:prstGeom prst="roundRect">
          <a:avLst/>
        </a:prstGeom>
        <a:solidFill>
          <a:srgbClr val="C4D6D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806824" y="946048"/>
        <a:ext cx="981144" cy="465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D8173C79-DE1E-4ADF-9C05-4F8BC93B9080}"/>
              </a:ext>
            </a:extLst>
          </p:cNvPr>
          <p:cNvSpPr/>
          <p:nvPr/>
        </p:nvSpPr>
        <p:spPr>
          <a:xfrm>
            <a:off x="0" y="3078480"/>
            <a:ext cx="12192000" cy="3779520"/>
          </a:xfrm>
          <a:prstGeom prst="rect">
            <a:avLst/>
          </a:prstGeom>
          <a:solidFill>
            <a:srgbClr val="C4D6D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8B26D79-9C3D-4CCD-BE1A-5BE15FC4115B}"/>
              </a:ext>
            </a:extLst>
          </p:cNvPr>
          <p:cNvSpPr/>
          <p:nvPr/>
        </p:nvSpPr>
        <p:spPr>
          <a:xfrm>
            <a:off x="1728082" y="1410503"/>
            <a:ext cx="8829040" cy="1233292"/>
          </a:xfrm>
          <a:prstGeom prst="rect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연두언니 </a:t>
            </a:r>
            <a:r>
              <a:rPr lang="en-US" altLang="ko-KR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PPT </a:t>
            </a:r>
            <a:r>
              <a:rPr lang="ko-KR" altLang="en-US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속 정보 및 저작권 안내</a:t>
            </a:r>
            <a:endParaRPr lang="en-US" altLang="ko-KR" dirty="0"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400" dirty="0"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첨부된 원본 파일을 다운로드 하신 후 비영리목적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(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과제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발표 등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)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과 같은 개인적인 용도 목적으로는 자유롭게 사용하셔도 되지만 </a:t>
            </a:r>
            <a:b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상업적 용도로 사용하시면 안됩니다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단 사용할 시에는 출처 표기 후 </a:t>
            </a:r>
            <a:r>
              <a:rPr lang="ko-KR" altLang="en-US" sz="1200" dirty="0" err="1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사용해주셔야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하며 어떠한 경우에도 파일 자체의 재배포는 금지됩니다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(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자체 디자인 변경 포함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).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또한 무단 공유도 불가하다는 점 양해 바라며 많은 도움이 </a:t>
            </a:r>
            <a:r>
              <a:rPr lang="ko-KR" altLang="en-US" sz="1200" dirty="0" err="1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되셨길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바랍니다 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:)</a:t>
            </a:r>
          </a:p>
        </p:txBody>
      </p:sp>
      <p:pic>
        <p:nvPicPr>
          <p:cNvPr id="48" name="Picture 4" descr="느낌표 - 무료 연락개 아이콘">
            <a:extLst>
              <a:ext uri="{FF2B5EF4-FFF2-40B4-BE49-F238E27FC236}">
                <a16:creationId xmlns:a16="http://schemas.microsoft.com/office/drawing/2014/main" id="{5C487ED7-F95A-4E32-A4C1-2DF0D8F64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180" y="376627"/>
            <a:ext cx="943640" cy="94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DAB78DF4-01A3-4EB3-821A-8CC40BC3605E}"/>
              </a:ext>
            </a:extLst>
          </p:cNvPr>
          <p:cNvGrpSpPr/>
          <p:nvPr/>
        </p:nvGrpSpPr>
        <p:grpSpPr>
          <a:xfrm>
            <a:off x="1848317" y="3490457"/>
            <a:ext cx="9439006" cy="2931950"/>
            <a:chOff x="776318" y="3499922"/>
            <a:chExt cx="9439006" cy="293195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B627C7-51D7-4D78-AB49-2DDB53738C7E}"/>
                </a:ext>
              </a:extLst>
            </p:cNvPr>
            <p:cNvSpPr txBox="1"/>
            <p:nvPr/>
          </p:nvSpPr>
          <p:spPr>
            <a:xfrm>
              <a:off x="5216604" y="5414277"/>
              <a:ext cx="4998720" cy="888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상업용 무료 폰트 사이트 </a:t>
              </a:r>
              <a:br>
                <a:rPr lang="en-US" altLang="ko-KR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</a:br>
              <a:r>
                <a:rPr lang="ko-KR" altLang="en-US" dirty="0" err="1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눈누</a:t>
              </a:r>
              <a:r>
                <a:rPr lang="en-US" altLang="ko-KR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 : </a:t>
              </a:r>
              <a:r>
                <a:rPr lang="en-US" altLang="ko-KR" dirty="0">
                  <a:hlinkClick r:id="rId3"/>
                </a:rPr>
                <a:t>https://noonnu.cc/</a:t>
              </a:r>
              <a:endParaRPr lang="ko-KR" altLang="en-US" dirty="0"/>
            </a:p>
          </p:txBody>
        </p:sp>
        <p:sp>
          <p:nvSpPr>
            <p:cNvPr id="50" name="화살표: 아래쪽 49">
              <a:extLst>
                <a:ext uri="{FF2B5EF4-FFF2-40B4-BE49-F238E27FC236}">
                  <a16:creationId xmlns:a16="http://schemas.microsoft.com/office/drawing/2014/main" id="{D9E2499A-2657-41EE-8F2A-88E342D55314}"/>
                </a:ext>
              </a:extLst>
            </p:cNvPr>
            <p:cNvSpPr/>
            <p:nvPr/>
          </p:nvSpPr>
          <p:spPr>
            <a:xfrm>
              <a:off x="7322536" y="4652789"/>
              <a:ext cx="798180" cy="643667"/>
            </a:xfrm>
            <a:prstGeom prst="downArrow">
              <a:avLst>
                <a:gd name="adj1" fmla="val 72485"/>
                <a:gd name="adj2" fmla="val 50000"/>
              </a:avLst>
            </a:prstGeom>
            <a:solidFill>
              <a:srgbClr val="0BA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5E37F3E-318D-4121-A9FD-222995BA86DA}"/>
                </a:ext>
              </a:extLst>
            </p:cNvPr>
            <p:cNvSpPr txBox="1"/>
            <p:nvPr/>
          </p:nvSpPr>
          <p:spPr>
            <a:xfrm>
              <a:off x="5429964" y="3617422"/>
              <a:ext cx="4572000" cy="773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사이트 들어가셔서 글씨체 입력 후 다운로드 받으시면 됩니다</a:t>
              </a:r>
              <a:r>
                <a:rPr lang="en-US" altLang="ko-KR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.</a:t>
              </a:r>
              <a:endParaRPr lang="en-US" altLang="ko-KR" sz="1200" dirty="0">
                <a:latin typeface="서평원 꺾깎체 TTF" panose="020B0600000101010101" pitchFamily="50" charset="-127"/>
                <a:ea typeface="서평원 꺾깎체 TTF" panose="020B0600000101010101" pitchFamily="50" charset="-127"/>
                <a:sym typeface="Wingdings" panose="05000000000000000000" pitchFamily="2" charset="2"/>
              </a:endParaRPr>
            </a:p>
            <a:p>
              <a:pPr algn="ctr">
                <a:lnSpc>
                  <a:spcPct val="200000"/>
                </a:lnSpc>
              </a:pPr>
              <a:r>
                <a:rPr lang="ko-KR" altLang="en-US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  <a:sym typeface="Wingdings" panose="05000000000000000000" pitchFamily="2" charset="2"/>
                </a:rPr>
                <a:t>글씨체 다운이 어려우시다면 공지사항을 참고해주세요 </a:t>
              </a:r>
              <a:r>
                <a:rPr lang="en-US" altLang="ko-KR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  <a:sym typeface="Wingdings" panose="05000000000000000000" pitchFamily="2" charset="2"/>
                </a:rPr>
                <a:t></a:t>
              </a:r>
              <a:endParaRPr lang="ko-KR" altLang="en-US" sz="1200" dirty="0">
                <a:latin typeface="서평원 꺾깎체 TTF" panose="020B0600000101010101" pitchFamily="50" charset="-127"/>
                <a:ea typeface="서평원 꺾깎체 TTF" panose="020B0600000101010101" pitchFamily="50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2CA8274-6A89-436A-8083-D646F5CD50DB}"/>
                </a:ext>
              </a:extLst>
            </p:cNvPr>
            <p:cNvSpPr/>
            <p:nvPr/>
          </p:nvSpPr>
          <p:spPr>
            <a:xfrm>
              <a:off x="776318" y="3499922"/>
              <a:ext cx="551676" cy="551676"/>
            </a:xfrm>
            <a:prstGeom prst="ellipse">
              <a:avLst/>
            </a:prstGeom>
            <a:solidFill>
              <a:srgbClr val="6B99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00" b="1" dirty="0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23E752-0A17-4840-9983-769E46F78DF8}"/>
                </a:ext>
              </a:extLst>
            </p:cNvPr>
            <p:cNvSpPr txBox="1"/>
            <p:nvPr/>
          </p:nvSpPr>
          <p:spPr>
            <a:xfrm>
              <a:off x="1585409" y="5030605"/>
              <a:ext cx="1879691" cy="51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 err="1">
                  <a:solidFill>
                    <a:srgbClr val="22523B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  <a:cs typeface="카페24 써라운드" pitchFamily="2" charset="-127"/>
                </a:rPr>
                <a:t>나눔바른펜체</a:t>
              </a:r>
              <a:endParaRPr lang="ko-KR" altLang="en-US" sz="20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카페24 써라운드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5A4436D-5683-4880-A602-6B274EA251C0}"/>
                </a:ext>
              </a:extLst>
            </p:cNvPr>
            <p:cNvSpPr/>
            <p:nvPr/>
          </p:nvSpPr>
          <p:spPr>
            <a:xfrm>
              <a:off x="776318" y="4304629"/>
              <a:ext cx="552493" cy="552494"/>
            </a:xfrm>
            <a:prstGeom prst="ellipse">
              <a:avLst/>
            </a:prstGeom>
            <a:solidFill>
              <a:srgbClr val="47937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994F5C7-BAAA-42B0-9310-FD8DE35DDE07}"/>
                </a:ext>
              </a:extLst>
            </p:cNvPr>
            <p:cNvSpPr/>
            <p:nvPr/>
          </p:nvSpPr>
          <p:spPr>
            <a:xfrm>
              <a:off x="776318" y="5076345"/>
              <a:ext cx="552493" cy="552494"/>
            </a:xfrm>
            <a:prstGeom prst="ellipse">
              <a:avLst/>
            </a:prstGeom>
            <a:solidFill>
              <a:srgbClr val="83A99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039AD1-1CA9-4422-BE45-81078A25232F}"/>
                </a:ext>
              </a:extLst>
            </p:cNvPr>
            <p:cNvSpPr txBox="1"/>
            <p:nvPr/>
          </p:nvSpPr>
          <p:spPr>
            <a:xfrm>
              <a:off x="1597304" y="3575705"/>
              <a:ext cx="20929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>
                  <a:solidFill>
                    <a:srgbClr val="22523B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코트라 </a:t>
              </a:r>
              <a:r>
                <a:rPr lang="ko-KR" altLang="en-US" sz="2000" dirty="0" err="1">
                  <a:solidFill>
                    <a:srgbClr val="22523B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볼드체</a:t>
              </a:r>
              <a:endPara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916E114-E4A8-4939-B2AE-6EA4AB2B591A}"/>
                </a:ext>
              </a:extLst>
            </p:cNvPr>
            <p:cNvSpPr txBox="1"/>
            <p:nvPr/>
          </p:nvSpPr>
          <p:spPr>
            <a:xfrm>
              <a:off x="1597304" y="4390839"/>
              <a:ext cx="2486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카페</a:t>
              </a:r>
              <a:r>
                <a:rPr lang="en-US" altLang="ko-KR" sz="2000" dirty="0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24 </a:t>
              </a:r>
              <a:r>
                <a:rPr lang="ko-KR" altLang="en-US" sz="2000" dirty="0" err="1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써라운드체</a:t>
              </a:r>
              <a:endPara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E25ACE3-9E46-45D4-B32E-57C24A9EF1B0}"/>
                </a:ext>
              </a:extLst>
            </p:cNvPr>
            <p:cNvSpPr/>
            <p:nvPr/>
          </p:nvSpPr>
          <p:spPr>
            <a:xfrm>
              <a:off x="776318" y="5879378"/>
              <a:ext cx="552493" cy="552494"/>
            </a:xfrm>
            <a:prstGeom prst="ellipse">
              <a:avLst/>
            </a:prstGeom>
            <a:solidFill>
              <a:srgbClr val="83A99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DD655EF-71C2-4E8B-A23D-9346B3DB8F7E}"/>
                </a:ext>
              </a:extLst>
            </p:cNvPr>
            <p:cNvSpPr txBox="1"/>
            <p:nvPr/>
          </p:nvSpPr>
          <p:spPr>
            <a:xfrm>
              <a:off x="1585409" y="5896728"/>
              <a:ext cx="20930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 err="1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서평원</a:t>
              </a:r>
              <a:r>
                <a:rPr lang="ko-KR" altLang="en-US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 </a:t>
              </a:r>
              <a:r>
                <a:rPr lang="ko-KR" altLang="en-US" sz="2000" dirty="0" err="1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꺾깎체</a:t>
              </a:r>
              <a:r>
                <a:rPr lang="ko-KR" altLang="en-US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 </a:t>
              </a:r>
              <a:r>
                <a:rPr lang="en-US" altLang="ko-KR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TTF</a:t>
              </a:r>
              <a:endParaRPr lang="ko-KR" altLang="en-US" sz="2000" dirty="0">
                <a:solidFill>
                  <a:srgbClr val="22523B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E4B260-AD42-4E1B-9899-63D840551BC9}"/>
              </a:ext>
            </a:extLst>
          </p:cNvPr>
          <p:cNvSpPr/>
          <p:nvPr/>
        </p:nvSpPr>
        <p:spPr>
          <a:xfrm>
            <a:off x="11417191" y="3075637"/>
            <a:ext cx="769203" cy="3779520"/>
          </a:xfrm>
          <a:prstGeom prst="rect">
            <a:avLst/>
          </a:prstGeom>
          <a:solidFill>
            <a:srgbClr val="6B9989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C59F12-B06A-4DFD-8ADB-680881570B7E}"/>
              </a:ext>
            </a:extLst>
          </p:cNvPr>
          <p:cNvSpPr/>
          <p:nvPr/>
        </p:nvSpPr>
        <p:spPr>
          <a:xfrm>
            <a:off x="-2785" y="3075637"/>
            <a:ext cx="769203" cy="3779520"/>
          </a:xfrm>
          <a:prstGeom prst="rect">
            <a:avLst/>
          </a:prstGeom>
          <a:solidFill>
            <a:srgbClr val="6B9989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65BDE3-2FF1-4837-BBA4-77C88C0936DD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99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2026-1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DataMining</a:t>
            </a:r>
            <a:endParaRPr lang="ko-KR" altLang="en-US" dirty="0">
              <a:solidFill>
                <a:schemeClr val="bg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5" y="5277333"/>
            <a:ext cx="4199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 </a:t>
            </a:r>
            <a:r>
              <a:rPr lang="ko-KR" altLang="en-US" sz="1600" dirty="0" err="1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조시훈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</a:t>
            </a:r>
            <a:r>
              <a:rPr lang="ko-KR" altLang="en-US" sz="1600" dirty="0" err="1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권성안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</a:p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 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LE</a:t>
            </a:r>
            <a:endParaRPr lang="ko-KR" altLang="en-US" sz="16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3025813" y="252797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데이터마이닝</a:t>
            </a:r>
            <a:r>
              <a:rPr lang="ko-KR" altLang="en-US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중간발표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6807CC-6E9C-4C52-A163-572F216F2859}"/>
              </a:ext>
            </a:extLst>
          </p:cNvPr>
          <p:cNvSpPr txBox="1"/>
          <p:nvPr/>
        </p:nvSpPr>
        <p:spPr>
          <a:xfrm>
            <a:off x="2489037" y="3429000"/>
            <a:ext cx="7167623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01. Data Collection &amp; Management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02. Viewer-Chat Mismatch EDA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03. Modeling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4AD89931-D40B-424E-804A-9B73105DA281}"/>
              </a:ext>
            </a:extLst>
          </p:cNvPr>
          <p:cNvSpPr txBox="1"/>
          <p:nvPr/>
        </p:nvSpPr>
        <p:spPr>
          <a:xfrm>
            <a:off x="829007" y="1162722"/>
            <a:ext cx="183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CONTENTS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D8F70-673E-4244-829F-FA09D7C6051A}"/>
              </a:ext>
            </a:extLst>
          </p:cNvPr>
          <p:cNvSpPr txBox="1"/>
          <p:nvPr/>
        </p:nvSpPr>
        <p:spPr>
          <a:xfrm>
            <a:off x="829007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E25856-0C67-4B26-89CF-AD23E06A951D}"/>
              </a:ext>
            </a:extLst>
          </p:cNvPr>
          <p:cNvCxnSpPr>
            <a:cxnSpLocks/>
          </p:cNvCxnSpPr>
          <p:nvPr/>
        </p:nvCxnSpPr>
        <p:spPr>
          <a:xfrm>
            <a:off x="909729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EBF5097-349F-4521-B3EB-7E1DFF02AE3B}"/>
              </a:ext>
            </a:extLst>
          </p:cNvPr>
          <p:cNvSpPr txBox="1"/>
          <p:nvPr/>
        </p:nvSpPr>
        <p:spPr>
          <a:xfrm>
            <a:off x="1446883" y="2330759"/>
            <a:ext cx="3071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Data Collection &amp; Management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C35E7-42BA-499D-8FEE-D2B4CFD634D4}"/>
              </a:ext>
            </a:extLst>
          </p:cNvPr>
          <p:cNvSpPr txBox="1"/>
          <p:nvPr/>
        </p:nvSpPr>
        <p:spPr>
          <a:xfrm>
            <a:off x="1377346" y="2973507"/>
            <a:ext cx="3236871" cy="115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표본 설계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Top 100 Pool -&gt; Random 15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실시간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Viewer Snapshot +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Websocket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Chat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관리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Raw Data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저장과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Feature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2A4382-2954-409E-AC6A-EEC0E5A9A65D}"/>
              </a:ext>
            </a:extLst>
          </p:cNvPr>
          <p:cNvSpPr txBox="1"/>
          <p:nvPr/>
        </p:nvSpPr>
        <p:spPr>
          <a:xfrm>
            <a:off x="4437203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46A9C7B-8ED9-4AB0-A396-36B4BD4A0B5B}"/>
              </a:ext>
            </a:extLst>
          </p:cNvPr>
          <p:cNvCxnSpPr>
            <a:cxnSpLocks/>
          </p:cNvCxnSpPr>
          <p:nvPr/>
        </p:nvCxnSpPr>
        <p:spPr>
          <a:xfrm>
            <a:off x="4517925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E7E0F80-1FE4-4838-8AF2-BD577A12F83F}"/>
              </a:ext>
            </a:extLst>
          </p:cNvPr>
          <p:cNvSpPr txBox="1"/>
          <p:nvPr/>
        </p:nvSpPr>
        <p:spPr>
          <a:xfrm>
            <a:off x="5055079" y="2330759"/>
            <a:ext cx="2878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Viewer-Chat Mismatch EDA</a:t>
            </a:r>
            <a:endParaRPr lang="ko-KR" altLang="en-US" sz="16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27C382-9A6A-472D-9EE1-B04A8D9A4194}"/>
              </a:ext>
            </a:extLst>
          </p:cNvPr>
          <p:cNvSpPr txBox="1"/>
          <p:nvPr/>
        </p:nvSpPr>
        <p:spPr>
          <a:xfrm>
            <a:off x="4985543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</a:t>
            </a:r>
            <a:r>
              <a:rPr lang="ko-KR" altLang="en-US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결측치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초기처리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품질과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 QC Bucket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Distribution and Time Structure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Viewer-Chat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관계와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Time-lag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반응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Review Candidates and Clustering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CA9D6ED-FFF6-4D71-9592-53B93143B652}"/>
              </a:ext>
            </a:extLst>
          </p:cNvPr>
          <p:cNvSpPr txBox="1"/>
          <p:nvPr/>
        </p:nvSpPr>
        <p:spPr>
          <a:xfrm>
            <a:off x="8045399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07B45B-D2A2-474F-A26B-D14E7916CFDB}"/>
              </a:ext>
            </a:extLst>
          </p:cNvPr>
          <p:cNvCxnSpPr>
            <a:cxnSpLocks/>
          </p:cNvCxnSpPr>
          <p:nvPr/>
        </p:nvCxnSpPr>
        <p:spPr>
          <a:xfrm>
            <a:off x="8126121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69A4346-42F2-40A4-8B18-2E9315ACF16E}"/>
              </a:ext>
            </a:extLst>
          </p:cNvPr>
          <p:cNvSpPr txBox="1"/>
          <p:nvPr/>
        </p:nvSpPr>
        <p:spPr>
          <a:xfrm>
            <a:off x="8775244" y="2330759"/>
            <a:ext cx="2406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Modeling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05C79-C76D-4937-AE56-FEBC411C624E}"/>
              </a:ext>
            </a:extLst>
          </p:cNvPr>
          <p:cNvSpPr txBox="1"/>
          <p:nvPr/>
        </p:nvSpPr>
        <p:spPr>
          <a:xfrm>
            <a:off x="8593739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68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7AD3-9486-DD06-F99D-E38D6BBA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43DF79-7F51-041C-F7A0-0D7EABC44B1B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C9EEDA8-0109-6AC0-3A1D-CC79FB45AFA2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01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B05028-DA28-5E75-48FF-C454C2F142CC}"/>
              </a:ext>
            </a:extLst>
          </p:cNvPr>
          <p:cNvSpPr txBox="1"/>
          <p:nvPr/>
        </p:nvSpPr>
        <p:spPr>
          <a:xfrm>
            <a:off x="3723266" y="3052950"/>
            <a:ext cx="4745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Data Collection and Management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90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A80B-BB6D-05DA-A3B3-430E525C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CD30376-C334-6AD7-AFA5-7237A8A9F0A5}"/>
              </a:ext>
            </a:extLst>
          </p:cNvPr>
          <p:cNvSpPr/>
          <p:nvPr/>
        </p:nvSpPr>
        <p:spPr>
          <a:xfrm>
            <a:off x="347918" y="1555218"/>
            <a:ext cx="7582224" cy="4745452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B2DA48-9261-0EAA-2367-AF02D8DB4047}"/>
              </a:ext>
            </a:extLst>
          </p:cNvPr>
          <p:cNvGrpSpPr/>
          <p:nvPr/>
        </p:nvGrpSpPr>
        <p:grpSpPr>
          <a:xfrm>
            <a:off x="8214360" y="1555218"/>
            <a:ext cx="3715238" cy="2292882"/>
            <a:chOff x="292734" y="428956"/>
            <a:chExt cx="4405270" cy="2292882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EFAB99F5-1A4D-9861-1E17-07C3DF93B279}"/>
                </a:ext>
              </a:extLst>
            </p:cNvPr>
            <p:cNvSpPr/>
            <p:nvPr/>
          </p:nvSpPr>
          <p:spPr>
            <a:xfrm>
              <a:off x="292734" y="428956"/>
              <a:ext cx="4405270" cy="22928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552D13-0C27-DE3E-DB66-3F3651986CBD}"/>
                </a:ext>
              </a:extLst>
            </p:cNvPr>
            <p:cNvSpPr txBox="1"/>
            <p:nvPr/>
          </p:nvSpPr>
          <p:spPr>
            <a:xfrm>
              <a:off x="381159" y="428956"/>
              <a:ext cx="4228421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매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window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마다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CHZZK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현재 라이브 목록의 상위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100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방송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pool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만들고 그 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채널을 무작위 선택해 수집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갱신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build_pool.py: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CHZZK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/open/v1/lives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현재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live pool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-&gt; 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기준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top100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구성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random.sample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Top 100 pool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Random 15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선택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-&gt; top15_targets.csv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저장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setup.py: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기존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active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비활성화 후 새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만 활성화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cron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17-19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20-22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23-01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KST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시간 자동 실행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E2AB2D-B694-62A3-AED5-8D433659544E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C7AF05-FE24-4263-44AB-47416952EDCE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37E84E-6201-B2B5-C49B-C79F2D957C4A}"/>
              </a:ext>
            </a:extLst>
          </p:cNvPr>
          <p:cNvSpPr txBox="1"/>
          <p:nvPr/>
        </p:nvSpPr>
        <p:spPr>
          <a:xfrm>
            <a:off x="431484" y="484070"/>
            <a:ext cx="6406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1.1. Sampling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Design: Top 100 Pool -&gt; Random 15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4D912-260E-468F-E918-1CDB104477DF}"/>
              </a:ext>
            </a:extLst>
          </p:cNvPr>
          <p:cNvSpPr txBox="1"/>
          <p:nvPr/>
        </p:nvSpPr>
        <p:spPr>
          <a:xfrm>
            <a:off x="431484" y="862064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매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window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마다 상위 라이브 풀을 다시 만들고 그중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15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 채널을 무작위 추출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9547F5-AAAA-61C7-ECED-C556C99CA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8" y="1741521"/>
            <a:ext cx="7268252" cy="426726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3F279F1-DE25-8ABF-CEA1-8EEDD0C9EF7B}"/>
              </a:ext>
            </a:extLst>
          </p:cNvPr>
          <p:cNvGrpSpPr/>
          <p:nvPr/>
        </p:nvGrpSpPr>
        <p:grpSpPr>
          <a:xfrm>
            <a:off x="8203418" y="4016478"/>
            <a:ext cx="3715238" cy="2292882"/>
            <a:chOff x="292734" y="428956"/>
            <a:chExt cx="4405270" cy="229288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F875AA2-FC27-3E6C-6E88-B7D7941C724E}"/>
                </a:ext>
              </a:extLst>
            </p:cNvPr>
            <p:cNvSpPr/>
            <p:nvPr/>
          </p:nvSpPr>
          <p:spPr>
            <a:xfrm>
              <a:off x="292734" y="428956"/>
              <a:ext cx="4405270" cy="22928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F025FC-A2CD-4B21-DA2B-FDE67EC5737D}"/>
                </a:ext>
              </a:extLst>
            </p:cNvPr>
            <p:cNvSpPr txBox="1"/>
            <p:nvPr/>
          </p:nvSpPr>
          <p:spPr>
            <a:xfrm>
              <a:off x="381159" y="559734"/>
              <a:ext cx="422842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 대상을 고정하지 않고 현재 라이브 방송 중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 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 기준 상위 약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100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개를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pool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만들고 그 안에서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개를 무작위로 뽑는다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그 후 기존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active target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모두 끄고 새로 뽑힌 </a:t>
              </a:r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개만 활성화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따라서 매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마다 다른 방송이 들어올 수 있고 </a:t>
              </a:r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고정 </a:t>
              </a:r>
              <a:r>
                <a:rPr lang="ko-KR" altLang="en-US" sz="14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스트리머만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반복 수집하는 편향을 줄이도록 설계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501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F736-3C36-7604-53FB-9FE16230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7357C27-2DB3-58AD-3D67-083F991FAEAA}"/>
              </a:ext>
            </a:extLst>
          </p:cNvPr>
          <p:cNvSpPr/>
          <p:nvPr/>
        </p:nvSpPr>
        <p:spPr>
          <a:xfrm>
            <a:off x="6877754" y="1637835"/>
            <a:ext cx="5159917" cy="3165659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E25EAE5-2517-9A77-A643-63C47FB95E35}"/>
              </a:ext>
            </a:extLst>
          </p:cNvPr>
          <p:cNvSpPr/>
          <p:nvPr/>
        </p:nvSpPr>
        <p:spPr>
          <a:xfrm>
            <a:off x="519388" y="1637834"/>
            <a:ext cx="6200856" cy="4976325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92DC09-BCB5-E0E3-4FD9-D11CB5B68077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85162F-F29B-2849-45E3-8C3D67628529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BEEE2E-D841-0B1F-05CF-5FD1CF0D47F5}"/>
              </a:ext>
            </a:extLst>
          </p:cNvPr>
          <p:cNvSpPr txBox="1"/>
          <p:nvPr/>
        </p:nvSpPr>
        <p:spPr>
          <a:xfrm>
            <a:off x="431484" y="484070"/>
            <a:ext cx="6853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1.2.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실시간 수집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Viewer Snapshot &amp; </a:t>
            </a:r>
            <a:r>
              <a:rPr lang="en-US" altLang="ko-KR" sz="20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Websocket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Chat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3037E-379D-4905-4470-6238F7E05CE7}"/>
              </a:ext>
            </a:extLst>
          </p:cNvPr>
          <p:cNvSpPr txBox="1"/>
          <p:nvPr/>
        </p:nvSpPr>
        <p:spPr>
          <a:xfrm>
            <a:off x="431484" y="862064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하나의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run_id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안에서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viewer snapshot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WebSocket chat event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를 동시에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A09339-40A1-0FE8-C482-D20A93F7B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0" y="1830864"/>
            <a:ext cx="6003332" cy="3378669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A60DFEEE-FA85-8B24-610E-2CCCD265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50" y="5276150"/>
            <a:ext cx="50690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Run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control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CrawlManager가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run_id를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생성하고 2시간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collection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window를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관리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stream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active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target의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live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상태를 조회해 60초마다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snapshot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stream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각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WebSocket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collector가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donation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event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수집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Buffering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event는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3초 또는 200건 기준으로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batch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insert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8975120-F630-75F9-3376-D23A2757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933" y="1830864"/>
            <a:ext cx="4897558" cy="2756341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B4F7D2E-2AE0-530B-273D-DB5198022F3A}"/>
              </a:ext>
            </a:extLst>
          </p:cNvPr>
          <p:cNvSpPr/>
          <p:nvPr/>
        </p:nvSpPr>
        <p:spPr>
          <a:xfrm>
            <a:off x="6877753" y="4892250"/>
            <a:ext cx="5159917" cy="1721909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EE19337-88D5-ADF3-A6CE-0DA656046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70396"/>
              </p:ext>
            </p:extLst>
          </p:nvPr>
        </p:nvGraphicFramePr>
        <p:xfrm>
          <a:off x="7008933" y="4983043"/>
          <a:ext cx="4897558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2">
                  <a:extLst>
                    <a:ext uri="{9D8B030D-6E8A-4147-A177-3AD203B41FA5}">
                      <a16:colId xmlns:a16="http://schemas.microsoft.com/office/drawing/2014/main" val="726301238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582632141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2502074230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647825640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3293661482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932166894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455113713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4196413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역할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window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실행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수집 제어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/</a:t>
                      </a:r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run_id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 주기 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Viewer live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WebSocket chat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buffer/ batch insert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저장 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테이블 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구조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4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코드 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</a:t>
                      </a: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pilot.py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manager.py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settings.py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live_discovery.py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chat_</a:t>
                      </a: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wss.py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base.py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models.</a:t>
                      </a:r>
                    </a:p>
                    <a:p>
                      <a:pPr latinLnBrk="1"/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78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40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7543-94F5-8A3A-30C2-D7DCB83C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97DB73D-3C9F-7CC6-F8A9-F7369A415FF9}"/>
              </a:ext>
            </a:extLst>
          </p:cNvPr>
          <p:cNvSpPr/>
          <p:nvPr/>
        </p:nvSpPr>
        <p:spPr>
          <a:xfrm>
            <a:off x="7345680" y="1487363"/>
            <a:ext cx="4445952" cy="3096212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D624DB8-8DCD-2DEB-B66C-B35B983BC626}"/>
              </a:ext>
            </a:extLst>
          </p:cNvPr>
          <p:cNvGrpSpPr/>
          <p:nvPr/>
        </p:nvGrpSpPr>
        <p:grpSpPr>
          <a:xfrm>
            <a:off x="519388" y="1487363"/>
            <a:ext cx="6494869" cy="5121782"/>
            <a:chOff x="573813" y="-76044"/>
            <a:chExt cx="8268461" cy="5121782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F339A03-70C9-82F3-BD80-BD03C062E682}"/>
                </a:ext>
              </a:extLst>
            </p:cNvPr>
            <p:cNvSpPr/>
            <p:nvPr/>
          </p:nvSpPr>
          <p:spPr>
            <a:xfrm>
              <a:off x="573813" y="-76044"/>
              <a:ext cx="8268461" cy="51217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DFACF0-3508-E469-3F1A-68D2773CD1AE}"/>
                </a:ext>
              </a:extLst>
            </p:cNvPr>
            <p:cNvSpPr txBox="1"/>
            <p:nvPr/>
          </p:nvSpPr>
          <p:spPr>
            <a:xfrm>
              <a:off x="701837" y="3807230"/>
              <a:ext cx="478150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Raw table -&gt; Minute feature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live_snapshots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chat_message_raw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raw_table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보존하고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event_ts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snapshot_ts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분 단위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맞추고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broad_no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기준으로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minute_feature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생성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20F161-2A79-588C-0BF9-05814A8105BB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C0A68-224D-0D51-C111-327A7A9AB852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DE9624-8D54-C798-A520-F88421009C4C}"/>
              </a:ext>
            </a:extLst>
          </p:cNvPr>
          <p:cNvSpPr txBox="1"/>
          <p:nvPr/>
        </p:nvSpPr>
        <p:spPr>
          <a:xfrm>
            <a:off x="431484" y="484070"/>
            <a:ext cx="691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1.3.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 관리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Raw Data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저장과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Minute Feature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828AA-ED67-A554-7397-94055405C3B6}"/>
              </a:ext>
            </a:extLst>
          </p:cNvPr>
          <p:cNvSpPr txBox="1"/>
          <p:nvPr/>
        </p:nvSpPr>
        <p:spPr>
          <a:xfrm>
            <a:off x="431484" y="862064"/>
            <a:ext cx="5980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Raw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snapshot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raw chat event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를 보존한 뒤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broad_no+minute_ts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기준으로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1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 단위 분석 테이블을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C607C0-A3D8-4E24-F9E0-CBF441294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51" y="1686942"/>
            <a:ext cx="6293741" cy="3542111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798C09-27B8-C57E-873D-C8E05689A550}"/>
              </a:ext>
            </a:extLst>
          </p:cNvPr>
          <p:cNvSpPr/>
          <p:nvPr/>
        </p:nvSpPr>
        <p:spPr>
          <a:xfrm>
            <a:off x="7345680" y="4687289"/>
            <a:ext cx="4445952" cy="1921856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Stream alignment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chat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 없는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chat_count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0,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unique_chatters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보존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viewer snapshot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60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초 단위이므로 같은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안에서 최대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분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forward-fill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viewer_count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이하이면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chat_per_viewer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처리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Run validation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verify_run.py: snapshots / chats / features row count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확인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export_csv.py: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minute_features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raw chat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을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CSV·Excel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로 반출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42AD1-0EBC-83D0-073E-B33837C28B4E}"/>
              </a:ext>
            </a:extLst>
          </p:cNvPr>
          <p:cNvSpPr txBox="1"/>
          <p:nvPr/>
        </p:nvSpPr>
        <p:spPr>
          <a:xfrm>
            <a:off x="7465671" y="1686942"/>
            <a:ext cx="44459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 Timestamp alignment</a:t>
            </a: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event_ts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-&gt;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snapshot_ts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-&gt;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2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aggregation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+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groupby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chat_count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unique_chatters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avg_msg_len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3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aggregation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같은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안의 마지막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viewer_count_last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사용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4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Merge &amp; feature generation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snapshot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집계를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+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기준으로 결합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chat_per_viewer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delta_viewer_1m, delta_chat_1m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1503627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134167" y="3052950"/>
            <a:ext cx="392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Viewer Chat mismatch EDA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3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9D52-8535-DE52-003E-6BCE0DB3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1D40E6-C8AF-F521-3765-0974C90286CE}"/>
              </a:ext>
            </a:extLst>
          </p:cNvPr>
          <p:cNvGrpSpPr/>
          <p:nvPr/>
        </p:nvGrpSpPr>
        <p:grpSpPr>
          <a:xfrm>
            <a:off x="8093392" y="1637835"/>
            <a:ext cx="3698240" cy="2537926"/>
            <a:chOff x="469583" y="74428"/>
            <a:chExt cx="4385116" cy="2537926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115615E-6230-C8ED-E8F0-A16CF0BB2741}"/>
                </a:ext>
              </a:extLst>
            </p:cNvPr>
            <p:cNvSpPr/>
            <p:nvPr/>
          </p:nvSpPr>
          <p:spPr>
            <a:xfrm>
              <a:off x="469583" y="74428"/>
              <a:ext cx="4385116" cy="2537926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F8579E-3995-7BC1-46BA-8BCF239DC6A0}"/>
                </a:ext>
              </a:extLst>
            </p:cNvPr>
            <p:cNvSpPr txBox="1"/>
            <p:nvPr/>
          </p:nvSpPr>
          <p:spPr>
            <a:xfrm>
              <a:off x="536034" y="1261580"/>
              <a:ext cx="4228421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용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본 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묶음 전체에 대해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일반적인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viewer-chat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행동관계 분석을 왜곡할 수 있기 때문에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상에서는 이를 배제하고 진행하고 모델링과정에서는 따로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QC_bucket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만들어두어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배제하지 않고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진행하려했다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05296F4-DC42-83D9-A04D-14B5507C586D}"/>
              </a:ext>
            </a:extLst>
          </p:cNvPr>
          <p:cNvGrpSpPr/>
          <p:nvPr/>
        </p:nvGrpSpPr>
        <p:grpSpPr>
          <a:xfrm>
            <a:off x="3891914" y="1637835"/>
            <a:ext cx="4079607" cy="4976324"/>
            <a:chOff x="30241" y="74428"/>
            <a:chExt cx="4837315" cy="4976324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03ACFB9-CF5D-D304-89CF-509519E44BAF}"/>
                </a:ext>
              </a:extLst>
            </p:cNvPr>
            <p:cNvSpPr/>
            <p:nvPr/>
          </p:nvSpPr>
          <p:spPr>
            <a:xfrm>
              <a:off x="30241" y="74428"/>
              <a:ext cx="4824457" cy="497632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81DE73-60BB-C6FB-0E26-8A307A65F674}"/>
                </a:ext>
              </a:extLst>
            </p:cNvPr>
            <p:cNvSpPr txBox="1"/>
            <p:nvPr/>
          </p:nvSpPr>
          <p:spPr>
            <a:xfrm>
              <a:off x="43099" y="3716927"/>
              <a:ext cx="4824457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Missing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Value</a:t>
              </a: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명시적인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결측치는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해당 분이 종료될 때 측정된 시청자수인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4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row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였다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이는 전체 데이터의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0.02%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해당되는 양으로 매우 적어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선형보간을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통해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채워넣었다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Avg_msg_len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인한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결측이라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판단하고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경우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avg_msg_len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지정해 넣어줬더니 우측과 같이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사라졌다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2DBB8B-A793-6DF9-BBBD-52B3177D4AAD}"/>
              </a:ext>
            </a:extLst>
          </p:cNvPr>
          <p:cNvGrpSpPr/>
          <p:nvPr/>
        </p:nvGrpSpPr>
        <p:grpSpPr>
          <a:xfrm>
            <a:off x="431484" y="1637834"/>
            <a:ext cx="3676092" cy="4976325"/>
            <a:chOff x="469583" y="74427"/>
            <a:chExt cx="4358854" cy="4976325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D11BF0B-B5C0-A2AB-2491-68708A5C0C8B}"/>
                </a:ext>
              </a:extLst>
            </p:cNvPr>
            <p:cNvSpPr/>
            <p:nvPr/>
          </p:nvSpPr>
          <p:spPr>
            <a:xfrm>
              <a:off x="469583" y="74427"/>
              <a:ext cx="3945774" cy="4976325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AF2B66-5F4F-B6FB-C01B-1F960EDA1AA1}"/>
                </a:ext>
              </a:extLst>
            </p:cNvPr>
            <p:cNvSpPr txBox="1"/>
            <p:nvPr/>
          </p:nvSpPr>
          <p:spPr>
            <a:xfrm>
              <a:off x="600016" y="3720529"/>
              <a:ext cx="4228421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 Reading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초기 데이터는 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개의 파일로 구성되어 있었다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초기에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설계상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7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일간 매일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(17~19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), (20~22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), (23~01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수집하기로 했기에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EC2 server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불안정성 등의 원인으로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잘못된 시간에 수집된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29,30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번 파일은 배제했다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A04757-58D2-4E07-591B-D577C7901CE4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1DEFEE-BE60-95C1-1134-4E0797AAB6FF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699BB6-F428-CCD9-69E7-DAFA8C537B9C}"/>
              </a:ext>
            </a:extLst>
          </p:cNvPr>
          <p:cNvSpPr txBox="1"/>
          <p:nvPr/>
        </p:nvSpPr>
        <p:spPr>
          <a:xfrm>
            <a:off x="431484" y="484070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2.0.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결측치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초기 처리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2DBEC9B-ABFE-BA16-827B-0495A5D4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86" y="2179255"/>
            <a:ext cx="2384929" cy="302386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8681892-0DD1-D58E-DC82-3E274D99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576" y="1814657"/>
            <a:ext cx="1490711" cy="33884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62302D1-1A94-DE40-B3B4-B55256695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86" y="1818620"/>
            <a:ext cx="2375329" cy="27981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606174A-D1C3-C4A1-4DBA-EF6027ED1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543" y="1814657"/>
            <a:ext cx="2728196" cy="9144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E3B297A-D6B5-54BC-FD38-4E7DFC7BB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818620"/>
            <a:ext cx="1494801" cy="2662229"/>
          </a:xfrm>
          <a:prstGeom prst="rect">
            <a:avLst/>
          </a:prstGeom>
        </p:spPr>
      </p:pic>
      <p:pic>
        <p:nvPicPr>
          <p:cNvPr id="3074" name="Picture 2" descr="AIFFEL FD #09 탐색적 데이터 분석 EDA">
            <a:extLst>
              <a:ext uri="{FF2B5EF4-FFF2-40B4-BE49-F238E27FC236}">
                <a16:creationId xmlns:a16="http://schemas.microsoft.com/office/drawing/2014/main" id="{B3BA2A55-E8D6-ECBB-A2E3-383A6D5A8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5667" y="5980361"/>
            <a:ext cx="531079" cy="53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ubble Plots with Excel">
            <a:extLst>
              <a:ext uri="{FF2B5EF4-FFF2-40B4-BE49-F238E27FC236}">
                <a16:creationId xmlns:a16="http://schemas.microsoft.com/office/drawing/2014/main" id="{4E0AEBE6-9A0A-42BC-25E2-7C15F47BC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514" y="4274579"/>
            <a:ext cx="1593966" cy="11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istogram in Data Science - GeeksforGeeks">
            <a:extLst>
              <a:ext uri="{FF2B5EF4-FFF2-40B4-BE49-F238E27FC236}">
                <a16:creationId xmlns:a16="http://schemas.microsoft.com/office/drawing/2014/main" id="{B3036070-AF2C-21FE-0A7F-BE77FE4F2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86" y="4227526"/>
            <a:ext cx="1929530" cy="177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catter Plot - Definition, Uses, Examples, Challenges">
            <a:extLst>
              <a:ext uri="{FF2B5EF4-FFF2-40B4-BE49-F238E27FC236}">
                <a16:creationId xmlns:a16="http://schemas.microsoft.com/office/drawing/2014/main" id="{3F902AE7-2A76-3CFF-04EF-1325BCD81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391" y="5568872"/>
            <a:ext cx="1604006" cy="98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22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5B3289E-E9D3-A3F9-707F-A094ACC22B51}"/>
              </a:ext>
            </a:extLst>
          </p:cNvPr>
          <p:cNvSpPr/>
          <p:nvPr/>
        </p:nvSpPr>
        <p:spPr>
          <a:xfrm>
            <a:off x="5771221" y="3711138"/>
            <a:ext cx="6095657" cy="2793834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C5A03F-CABC-B8FC-497D-181EB40560A0}"/>
              </a:ext>
            </a:extLst>
          </p:cNvPr>
          <p:cNvSpPr/>
          <p:nvPr/>
        </p:nvSpPr>
        <p:spPr>
          <a:xfrm>
            <a:off x="5771222" y="1697801"/>
            <a:ext cx="6095657" cy="180740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355F284-21A7-8AAC-C338-77353B91DD70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2CE3C012-A690-0740-6C26-3059E32B98B8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56A5EF-E7B6-B6FA-7C27-E21A80EAE030}"/>
                </a:ext>
              </a:extLst>
            </p:cNvPr>
            <p:cNvSpPr txBox="1"/>
            <p:nvPr/>
          </p:nvSpPr>
          <p:spPr>
            <a:xfrm>
              <a:off x="600561" y="2127779"/>
              <a:ext cx="4228421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Definition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broad_no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즉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한 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관측된 하나의 실제 방송을 분석 단위로 둔다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Why not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user_id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?</a:t>
              </a: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User_id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한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스트리머가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한 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들어온 기록이다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하지만 표에서 볼 수 있다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싶이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같은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방송을 재시작한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4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발견되었기 때문에 실제 방송 단위인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run_id+broad_no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수행했다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Handling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전체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 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에서는 제외했지만 삭제하지는 않았다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WebSocket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미수집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가능성 또는 극단적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viewer-chat mismatch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후보일 수 있으므로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QC-Bucket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보존했다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9EDADE-9F00-4720-BD3A-2A2F25DDB804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1F892-C84F-4AE3-8C11-21250464651C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8498E-7EC1-4BA7-B493-E8B662B0E7C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오랜 기간 지속된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0chat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을 이상치라고 볼 수 있는가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?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F80D3-82BE-4E2D-B713-49AC1A1E58B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2.1.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 품질과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0-Chat QC-Bucket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DFE335-E4A6-9671-EC49-2F64F1863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4114"/>
              </p:ext>
            </p:extLst>
          </p:nvPr>
        </p:nvGraphicFramePr>
        <p:xfrm>
          <a:off x="897741" y="1943647"/>
          <a:ext cx="4140137" cy="16687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045">
                  <a:extLst>
                    <a:ext uri="{9D8B030D-6E8A-4147-A177-3AD203B41FA5}">
                      <a16:colId xmlns:a16="http://schemas.microsoft.com/office/drawing/2014/main" val="1476749930"/>
                    </a:ext>
                  </a:extLst>
                </a:gridCol>
                <a:gridCol w="479259">
                  <a:extLst>
                    <a:ext uri="{9D8B030D-6E8A-4147-A177-3AD203B41FA5}">
                      <a16:colId xmlns:a16="http://schemas.microsoft.com/office/drawing/2014/main" val="2671930443"/>
                    </a:ext>
                  </a:extLst>
                </a:gridCol>
                <a:gridCol w="2280833">
                  <a:extLst>
                    <a:ext uri="{9D8B030D-6E8A-4147-A177-3AD203B41FA5}">
                      <a16:colId xmlns:a16="http://schemas.microsoft.com/office/drawing/2014/main" val="328076808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item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value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note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192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broadcast session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</a:t>
                      </a: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포함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9144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session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행동분석 제외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, QC bucket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보존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689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minutes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659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QC bucket rows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53623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행동분석 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제외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6354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10</a:t>
                      </a: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분 이상 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clustering/anomaly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분석 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12029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user_id+run_id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중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복수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broad_no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최종 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EDA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는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run_id+broad_no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444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8B600C5-F60F-F897-755C-3749D86779BB}"/>
              </a:ext>
            </a:extLst>
          </p:cNvPr>
          <p:cNvSpPr txBox="1"/>
          <p:nvPr/>
        </p:nvSpPr>
        <p:spPr>
          <a:xfrm>
            <a:off x="9459276" y="1811508"/>
            <a:ext cx="2331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 plot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행동분석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안에서 짧은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0-chat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구간은 흔하지만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드물다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decile plot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특정 시청자 구간에서 일반적으로 많이 발생하기보다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session-level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특성으로 따로 관리해야 함을 시사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7F93C59-48A6-4AC1-FD83-CEB0AAC73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1953835"/>
            <a:ext cx="3402141" cy="13465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070BD50-1468-5F10-0DB3-3C52F6124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3947282"/>
            <a:ext cx="3752802" cy="1324677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5B605B80-F53E-2D1B-3EE6-1307013F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936" y="5320811"/>
            <a:ext cx="55067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ll-zero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ession을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제외한 뒤에도 대부분의 방송 세션은 거의 모든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minute에서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chat이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관측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됨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일부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boxplot의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왼쪽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outlier들</a:t>
            </a:r>
            <a:r>
              <a:rPr kumimoji="0" lang="ko-KR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은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non-zero</a:t>
            </a:r>
            <a:r>
              <a: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비율이 낮다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이들은 완전 0-chat은 아니지만, 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긴 침묵 구간이나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sparse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chat이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존재할 수 있다.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그래서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ll-zero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ession은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QC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bucket으로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분리하고, 남은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behavior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set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안에서는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length와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zero-chat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rate를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추가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본다. </a:t>
            </a:r>
          </a:p>
        </p:txBody>
      </p:sp>
    </p:spTree>
    <p:extLst>
      <p:ext uri="{BB962C8B-B14F-4D97-AF65-F5344CB8AC3E}">
        <p14:creationId xmlns:p14="http://schemas.microsoft.com/office/powerpoint/2010/main" val="2113811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2240-C6CA-EF52-7767-2CAF2CA3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BDF0D8B-AC08-5EF5-73E8-27B1BFAE204D}"/>
              </a:ext>
            </a:extLst>
          </p:cNvPr>
          <p:cNvSpPr/>
          <p:nvPr/>
        </p:nvSpPr>
        <p:spPr>
          <a:xfrm>
            <a:off x="5771221" y="3827316"/>
            <a:ext cx="6095657" cy="2677656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AD321B5-0EC8-5FFB-1427-7A9B23ACEF04}"/>
              </a:ext>
            </a:extLst>
          </p:cNvPr>
          <p:cNvSpPr/>
          <p:nvPr/>
        </p:nvSpPr>
        <p:spPr>
          <a:xfrm>
            <a:off x="5771222" y="1697801"/>
            <a:ext cx="6095657" cy="1957498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0549850-7F37-A364-2BDA-DD6C002794D3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56018B5-F972-77F9-1BC5-0C9DEE552C96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C9F472-B1EC-06B4-83BE-66BB2632FD5D}"/>
                </a:ext>
              </a:extLst>
            </p:cNvPr>
            <p:cNvSpPr txBox="1"/>
            <p:nvPr/>
          </p:nvSpPr>
          <p:spPr>
            <a:xfrm>
              <a:off x="579381" y="1414535"/>
              <a:ext cx="422842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How to read this table?</a:t>
              </a:r>
            </a:p>
            <a:p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viewer_count_last의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중앙값을 먼저 계산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_per_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1분당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평균을 계산,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gap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minute별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log1p(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 - log1p(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)을 계산,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내부 중앙값을 구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하고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zero_chat_rate</a:t>
              </a:r>
              <a:br>
                <a:rPr lang="ko-KR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= 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비율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중앙값이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이라는 것은 대부분의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 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 없다는 뜻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E50A08-D830-CF4D-EA57-6924B3F899B2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2DC1B7-2FF3-12E1-98F8-D4204B4CF77F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4624D-EFD9-EFB3-C645-8438B0979BFC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Heavy tail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분포와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session trajectory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BFDFBD-5EA6-ECEE-50C9-4B8A99252E72}"/>
              </a:ext>
            </a:extLst>
          </p:cNvPr>
          <p:cNvSpPr txBox="1"/>
          <p:nvPr/>
        </p:nvSpPr>
        <p:spPr>
          <a:xfrm>
            <a:off x="678859" y="564298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2.2. Distribution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&amp;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Time Structure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633B3-75C8-85B0-B7DD-95DF65122855}"/>
              </a:ext>
            </a:extLst>
          </p:cNvPr>
          <p:cNvSpPr txBox="1"/>
          <p:nvPr/>
        </p:nvSpPr>
        <p:spPr>
          <a:xfrm>
            <a:off x="8923908" y="1769053"/>
            <a:ext cx="28589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viewer-chat gap histogram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대부분의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row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gap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2~5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근처에 몰려 있지만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오른쪽 꼬리가 있어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대비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약한 구간이 존재한다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 length histogram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0-chat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구간은 대부분 짧지만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에서는 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나타남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단순히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chat=0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여부보다 연속 지속시간을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보는 것이 필요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20E9CF0-B5E1-0C20-CBD4-E34E7D4B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3328" y="3932884"/>
            <a:ext cx="247926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각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line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minute_idx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 media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이고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음영처리된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구간은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IQR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아래 회색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bar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해당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minute_idx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까지 남아있는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surviving session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iewer, chat, unique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전체적으로 큰 급변 없이 유지되지만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IQR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넓어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간 차이가 크다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후반부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viewer_chat_log_gap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급등은 이상현상이 아니라 남아 있는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수가 줄어듦에 따라 발생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했을 수 있기에 단정하지 않는다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D069C9-D4B3-423D-5A7B-317BEC85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1769053"/>
            <a:ext cx="2858997" cy="16599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F7E163-972B-F6A3-3E1C-2311A0B01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3905299"/>
            <a:ext cx="3131292" cy="25097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5BEE1E6-6B06-AC76-C807-39A4B5635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052686"/>
              </p:ext>
            </p:extLst>
          </p:nvPr>
        </p:nvGraphicFramePr>
        <p:xfrm>
          <a:off x="960751" y="1907783"/>
          <a:ext cx="3626361" cy="1104900"/>
        </p:xfrm>
        <a:graphic>
          <a:graphicData uri="http://schemas.openxmlformats.org/drawingml/2006/table">
            <a:tbl>
              <a:tblPr/>
              <a:tblGrid>
                <a:gridCol w="1325388">
                  <a:extLst>
                    <a:ext uri="{9D8B030D-6E8A-4147-A177-3AD203B41FA5}">
                      <a16:colId xmlns:a16="http://schemas.microsoft.com/office/drawing/2014/main" val="3011636815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4283556975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39254549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3688618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metric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0205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median_viewer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76558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mean_chat_per_min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30.890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64.273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1487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9638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zero_chat_rate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24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34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2ACF-CEAC-B747-8DD6-2BA28961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8CF87CA-4917-5BA3-BB62-258FC0B9AE9C}"/>
              </a:ext>
            </a:extLst>
          </p:cNvPr>
          <p:cNvSpPr/>
          <p:nvPr/>
        </p:nvSpPr>
        <p:spPr>
          <a:xfrm>
            <a:off x="5334000" y="4071797"/>
            <a:ext cx="6532879" cy="2433175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C5108EE-18D5-0210-4908-04B35E134DF3}"/>
              </a:ext>
            </a:extLst>
          </p:cNvPr>
          <p:cNvSpPr/>
          <p:nvPr/>
        </p:nvSpPr>
        <p:spPr>
          <a:xfrm>
            <a:off x="5334000" y="1697800"/>
            <a:ext cx="6614160" cy="2235083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9424F98-080F-614C-ACE9-DDC0A8E2CBD3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DC47D5D-EDF2-90C7-27A3-5E0BEE06CB7E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962424-E0EE-878E-F6C2-55D4E9DAF994}"/>
                </a:ext>
              </a:extLst>
            </p:cNvPr>
            <p:cNvSpPr txBox="1"/>
            <p:nvPr/>
          </p:nvSpPr>
          <p:spPr>
            <a:xfrm>
              <a:off x="518208" y="2019278"/>
              <a:ext cx="433649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viewer_log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vs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chat_log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Hexbin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규모 관계와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level coupling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한 번에 비교하게 해준다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큰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일수록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도 많아지는 경향을 보인다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즉 방송 규모 차원에서는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과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사이에 양의 상관관계를 띔을 알 수 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delta viewer vs delta chat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점들이 원점 주위에 밀집해 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이는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분 사이 증가했다고 해서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도 같은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같이 증가한다고 보기 어려움을 의미한다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Level Relation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존재하지만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Dynamic Response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약하다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!</a:t>
              </a: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400" b="1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Viewer–chat mismatch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단순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delta correlation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보다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 gap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과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zero-chat persistence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보는 것이 적절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!</a:t>
              </a: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618AB-25D8-C03D-7B52-97B310B0E0B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004DFD-7B8C-FF75-DF34-738D9C5C6E46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B5F7A-367E-A7E0-1CD9-A07F7CADC72B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Scale level correlation vs minute-level response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347F3C-06B3-A40D-AA97-44206EC3C501}"/>
              </a:ext>
            </a:extLst>
          </p:cNvPr>
          <p:cNvSpPr txBox="1"/>
          <p:nvPr/>
        </p:nvSpPr>
        <p:spPr>
          <a:xfrm>
            <a:off x="678859" y="564298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2.3. Viewer-Chat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Coupling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&amp;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Time Lag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89738-71F8-F2C7-F6C3-DB2479D9B0F8}"/>
              </a:ext>
            </a:extLst>
          </p:cNvPr>
          <p:cNvSpPr txBox="1"/>
          <p:nvPr/>
        </p:nvSpPr>
        <p:spPr>
          <a:xfrm>
            <a:off x="8655453" y="1778447"/>
            <a:ext cx="31710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Time-lag response check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변화가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발생한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기준으로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변화와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unique chatter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변화가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t+0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부터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t+10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까지 따라오는지를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spearman correlation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계산한 것이다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-&gt;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모든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lag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correlation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매우 작다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전체적으로 값이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-0.02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0.015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근처에 머물고 특정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lag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일관되게 높아지는 패턴도 없다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즉시 반응도 약하고 </a:t>
            </a:r>
            <a:r>
              <a:rPr lang="en-US" altLang="ko-KR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0~10</a:t>
            </a:r>
            <a:r>
              <a:rPr lang="ko-KR" altLang="en-US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분 지연 반응도 약하다</a:t>
            </a:r>
            <a:r>
              <a:rPr lang="en-US" altLang="ko-KR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!</a:t>
            </a:r>
            <a:endParaRPr lang="ko-KR" altLang="en-US" sz="1400" dirty="0">
              <a:solidFill>
                <a:srgbClr val="FF0000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87D38E3E-B142-0291-85C1-0394EEF0C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688" y="5288384"/>
            <a:ext cx="62847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iewer_log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unique_log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모두 양의 상관을 띈다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방송 규모가 커질수록 채팅 수와 고유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채팅자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수도 함께 증가함을 의미한다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Viewer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사이의 규모 수준 관계는 존재한다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delta_viewer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delta_chat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가깝다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 동안 변화하더라도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같은 방향으로 선형적으로 반응한다고 보기는 어렵다는 의미이다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hat_log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viewer_chat_log_gap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은 음의 상관이 크다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정의에 의해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 적을수록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 커지는 것은 자연스럽다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Viewer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대비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반응이 약한 구간을 잡기 위한 보조지표로 연산해 두었다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096A20-095C-CA1A-EE06-14B8F5222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0" y="1836714"/>
            <a:ext cx="4228421" cy="17482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7C3692-D1EA-A157-14BA-6590EBA10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88" y="1836714"/>
            <a:ext cx="3130077" cy="1658133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A1E2732-2238-D0F6-F6E1-26FEEB8FA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5336"/>
              </p:ext>
            </p:extLst>
          </p:nvPr>
        </p:nvGraphicFramePr>
        <p:xfrm>
          <a:off x="5429688" y="4183484"/>
          <a:ext cx="3764410" cy="1104900"/>
        </p:xfrm>
        <a:graphic>
          <a:graphicData uri="http://schemas.openxmlformats.org/drawingml/2006/table">
            <a:tbl>
              <a:tblPr/>
              <a:tblGrid>
                <a:gridCol w="2225040">
                  <a:extLst>
                    <a:ext uri="{9D8B030D-6E8A-4147-A177-3AD203B41FA5}">
                      <a16:colId xmlns:a16="http://schemas.microsoft.com/office/drawing/2014/main" val="2757380975"/>
                    </a:ext>
                  </a:extLst>
                </a:gridCol>
                <a:gridCol w="769685">
                  <a:extLst>
                    <a:ext uri="{9D8B030D-6E8A-4147-A177-3AD203B41FA5}">
                      <a16:colId xmlns:a16="http://schemas.microsoft.com/office/drawing/2014/main" val="607832334"/>
                    </a:ext>
                  </a:extLst>
                </a:gridCol>
                <a:gridCol w="769685">
                  <a:extLst>
                    <a:ext uri="{9D8B030D-6E8A-4147-A177-3AD203B41FA5}">
                      <a16:colId xmlns:a16="http://schemas.microsoft.com/office/drawing/2014/main" val="307225105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pair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pearson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spearman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59453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viewer_log vs chat_log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5287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viewer_log vs unique_log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5896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delta_viewer_1m vs delta_chat_1m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409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chat_log vs viewer_chat_log_gap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-0.683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-0.643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72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84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39F6-C3A7-211F-5DA0-89372BDC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28A62F-6DD7-215E-1FC6-35817CD76DD1}"/>
              </a:ext>
            </a:extLst>
          </p:cNvPr>
          <p:cNvSpPr/>
          <p:nvPr/>
        </p:nvSpPr>
        <p:spPr>
          <a:xfrm>
            <a:off x="5672511" y="2833623"/>
            <a:ext cx="5771191" cy="3552965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9DE7551-5E63-58A5-1B69-B4F9C8645ADE}"/>
              </a:ext>
            </a:extLst>
          </p:cNvPr>
          <p:cNvSpPr/>
          <p:nvPr/>
        </p:nvSpPr>
        <p:spPr>
          <a:xfrm>
            <a:off x="5654047" y="1169352"/>
            <a:ext cx="5771191" cy="151484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52787CA-70E1-EB0D-2B42-58439979255C}"/>
              </a:ext>
            </a:extLst>
          </p:cNvPr>
          <p:cNvGrpSpPr/>
          <p:nvPr/>
        </p:nvGrpSpPr>
        <p:grpSpPr>
          <a:xfrm>
            <a:off x="533083" y="1169354"/>
            <a:ext cx="5154668" cy="5217234"/>
            <a:chOff x="469583" y="74429"/>
            <a:chExt cx="4636933" cy="4708853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70E36AA-550D-299F-20DE-E503C61CDE00}"/>
                </a:ext>
              </a:extLst>
            </p:cNvPr>
            <p:cNvSpPr/>
            <p:nvPr/>
          </p:nvSpPr>
          <p:spPr>
            <a:xfrm>
              <a:off x="469583" y="74429"/>
              <a:ext cx="4385116" cy="4708853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723F64-30EF-4453-A85A-D20B7A626DF3}"/>
                </a:ext>
              </a:extLst>
            </p:cNvPr>
            <p:cNvSpPr txBox="1"/>
            <p:nvPr/>
          </p:nvSpPr>
          <p:spPr>
            <a:xfrm>
              <a:off x="533560" y="2477658"/>
              <a:ext cx="4572956" cy="2305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분 이상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 session 173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25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review candidate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시각화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X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축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median_viewer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 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중앙값으로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log scale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이다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Y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축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median_gap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2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viewer,chat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log gap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계산한 뒤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중앙값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zero_chat_rate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 해당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sesson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= 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비율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점 크기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max_gap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가장 컸던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viewer_chat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gap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빨간 테두리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IsolationForest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feature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상으로 고립되게 분류한 세션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라벨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IsolationForest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score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상위 세션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3DF488-AB54-BFFA-7E04-C686847A5931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934396-1DF9-300F-6B7D-C049E9764445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E07A5-A1E6-711B-623F-0E6B62260EFE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Isolation forest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 고립 세션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flagging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&amp;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Kmeans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Clustering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37E5CC-C518-61E3-3D0D-CFA7D8300D20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2.4. Review Candidates&amp; Clustering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6A9AE3-2BE7-DD14-AD96-23B4BD3F4741}"/>
              </a:ext>
            </a:extLst>
          </p:cNvPr>
          <p:cNvSpPr txBox="1"/>
          <p:nvPr/>
        </p:nvSpPr>
        <p:spPr>
          <a:xfrm>
            <a:off x="9164320" y="2972430"/>
            <a:ext cx="2326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Kmeans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Clustering plotting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색상은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수행한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Kmeans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cluster label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축과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y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축은 해석을 위한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2D projection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선택한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아래 테이블과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같으며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clusterin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session_type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silent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분류된 것이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active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분류된 것이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165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A8834AF-80C2-2713-58F1-99F73AAAE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31" y="1281816"/>
            <a:ext cx="2519472" cy="130987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E5296F5-5ACE-43BC-66CC-9865C1021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31" y="2972430"/>
            <a:ext cx="3275909" cy="208725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816EC82-769D-01FD-F2FB-0E83CA74D0EC}"/>
              </a:ext>
            </a:extLst>
          </p:cNvPr>
          <p:cNvSpPr txBox="1"/>
          <p:nvPr/>
        </p:nvSpPr>
        <p:spPr>
          <a:xfrm>
            <a:off x="8403487" y="1281816"/>
            <a:ext cx="284710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적절한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 선정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값이 증가할 수록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silhouette score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감소한다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따라서 가장 높은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score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0.887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주는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개로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분류하는 것이 적절하다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이를 세부 군집이 아니라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active vs silent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split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해석했다</a:t>
            </a:r>
            <a:r>
              <a:rPr lang="en-US" altLang="ko-KR" sz="120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0686C1A6-6C40-CCA7-14FA-A79D35AE3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771520"/>
              </p:ext>
            </p:extLst>
          </p:nvPr>
        </p:nvGraphicFramePr>
        <p:xfrm>
          <a:off x="5775883" y="5151328"/>
          <a:ext cx="5564445" cy="723900"/>
        </p:xfrm>
        <a:graphic>
          <a:graphicData uri="http://schemas.openxmlformats.org/drawingml/2006/table">
            <a:tbl>
              <a:tblPr/>
              <a:tblGrid>
                <a:gridCol w="588589">
                  <a:extLst>
                    <a:ext uri="{9D8B030D-6E8A-4147-A177-3AD203B41FA5}">
                      <a16:colId xmlns:a16="http://schemas.microsoft.com/office/drawing/2014/main" val="309549067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437493993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4856838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1594181926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158221919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917290957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391253117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592886978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408441508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session_type_cluster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n_sessions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median_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viewer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mean_chat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per_min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mean_unique_per_min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zero_chat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median_gap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max_zero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session_type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031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0.838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0.542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0.742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5.192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sparse/silent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06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658.5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53.996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28.821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3.269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normal/active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14163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4ACC7B9-A572-B948-7ABD-268283AA8F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23" y="1276893"/>
            <a:ext cx="3538123" cy="252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8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62430-5337-E76B-C3F0-618A2A22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CD3D13A-3D90-2738-6EBE-32B6E438CD60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AE4F5E-9BB1-D53C-9FDD-007796EBFC0E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31464E-BF30-C15E-F890-CB55C59C02D5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69F245-158B-EE50-DD9E-69AC1851F82A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0D459-333B-3E43-9589-162F66409DE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0542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9B3C9C-0104-4F2F-A8B5-F9C8CE795A1E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51B0C-BAC1-439D-B27A-C046850AD7F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814CC-CF41-490F-9FEC-9100356CE3B6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0921D-DCDD-4C5A-A541-146D9979211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348329D-4499-4408-BF87-7961BB3F1716}"/>
              </a:ext>
            </a:extLst>
          </p:cNvPr>
          <p:cNvCxnSpPr>
            <a:cxnSpLocks/>
          </p:cNvCxnSpPr>
          <p:nvPr/>
        </p:nvCxnSpPr>
        <p:spPr>
          <a:xfrm>
            <a:off x="288912" y="3962028"/>
            <a:ext cx="11614176" cy="0"/>
          </a:xfrm>
          <a:prstGeom prst="line">
            <a:avLst/>
          </a:prstGeom>
          <a:ln w="38100">
            <a:solidFill>
              <a:srgbClr val="22523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2131BC82-1CE9-4D5E-BCC2-42BDCAFBEB56}"/>
              </a:ext>
            </a:extLst>
          </p:cNvPr>
          <p:cNvSpPr/>
          <p:nvPr/>
        </p:nvSpPr>
        <p:spPr>
          <a:xfrm rot="5400000">
            <a:off x="481158" y="2550882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A53BFB8-7FEC-4A3E-B3AB-0CEE76055FF8}"/>
              </a:ext>
            </a:extLst>
          </p:cNvPr>
          <p:cNvSpPr/>
          <p:nvPr/>
        </p:nvSpPr>
        <p:spPr>
          <a:xfrm>
            <a:off x="593721" y="2351392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9879DB84-74C5-4EBD-AB6A-730BEEB9D4A8}"/>
              </a:ext>
            </a:extLst>
          </p:cNvPr>
          <p:cNvSpPr/>
          <p:nvPr/>
        </p:nvSpPr>
        <p:spPr>
          <a:xfrm rot="5400000">
            <a:off x="4382814" y="254105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648F96E-6328-4580-A70E-BB980BDA85EF}"/>
              </a:ext>
            </a:extLst>
          </p:cNvPr>
          <p:cNvSpPr/>
          <p:nvPr/>
        </p:nvSpPr>
        <p:spPr>
          <a:xfrm>
            <a:off x="4495376" y="234156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70E9693B-9B82-482D-9856-53DC10CEEAAB}"/>
              </a:ext>
            </a:extLst>
          </p:cNvPr>
          <p:cNvSpPr/>
          <p:nvPr/>
        </p:nvSpPr>
        <p:spPr>
          <a:xfrm rot="5400000">
            <a:off x="8387382" y="252318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0269922-B045-445A-A76A-CA69A2126A8A}"/>
              </a:ext>
            </a:extLst>
          </p:cNvPr>
          <p:cNvSpPr/>
          <p:nvPr/>
        </p:nvSpPr>
        <p:spPr>
          <a:xfrm>
            <a:off x="8499944" y="232369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15E77-F333-45F1-9D2B-7788499564CD}"/>
              </a:ext>
            </a:extLst>
          </p:cNvPr>
          <p:cNvSpPr txBox="1"/>
          <p:nvPr/>
        </p:nvSpPr>
        <p:spPr>
          <a:xfrm>
            <a:off x="740175" y="2532483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38F8A6-CEEC-4D18-AFE3-205BB9FDE21E}"/>
              </a:ext>
            </a:extLst>
          </p:cNvPr>
          <p:cNvSpPr txBox="1"/>
          <p:nvPr/>
        </p:nvSpPr>
        <p:spPr>
          <a:xfrm>
            <a:off x="740176" y="2773160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73123A-9B42-4ABB-82AA-47FFADD60FD0}"/>
              </a:ext>
            </a:extLst>
          </p:cNvPr>
          <p:cNvSpPr txBox="1"/>
          <p:nvPr/>
        </p:nvSpPr>
        <p:spPr>
          <a:xfrm>
            <a:off x="4688477" y="2531819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F4D158-D06F-4D5B-BCD8-E4DFAB282B4A}"/>
              </a:ext>
            </a:extLst>
          </p:cNvPr>
          <p:cNvSpPr txBox="1"/>
          <p:nvPr/>
        </p:nvSpPr>
        <p:spPr>
          <a:xfrm>
            <a:off x="4688478" y="2772496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BE2A1B-82BE-4933-A3EC-D8EE7BFA2373}"/>
              </a:ext>
            </a:extLst>
          </p:cNvPr>
          <p:cNvSpPr txBox="1"/>
          <p:nvPr/>
        </p:nvSpPr>
        <p:spPr>
          <a:xfrm>
            <a:off x="8730948" y="2534907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DE53D2-A609-40AF-8ABF-7F09288C1C87}"/>
              </a:ext>
            </a:extLst>
          </p:cNvPr>
          <p:cNvSpPr txBox="1"/>
          <p:nvPr/>
        </p:nvSpPr>
        <p:spPr>
          <a:xfrm>
            <a:off x="8730949" y="2775584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9688C57-1D99-4BC1-B23B-C65754B30E1D}"/>
              </a:ext>
            </a:extLst>
          </p:cNvPr>
          <p:cNvSpPr/>
          <p:nvPr/>
        </p:nvSpPr>
        <p:spPr>
          <a:xfrm>
            <a:off x="306322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4EDD44C-E7E4-454E-A6BA-465A8CD68B26}"/>
              </a:ext>
            </a:extLst>
          </p:cNvPr>
          <p:cNvSpPr/>
          <p:nvPr/>
        </p:nvSpPr>
        <p:spPr>
          <a:xfrm>
            <a:off x="4204764" y="2219531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C287269-9AD2-4AEC-B3D3-3CF0803BD7E9}"/>
              </a:ext>
            </a:extLst>
          </p:cNvPr>
          <p:cNvSpPr/>
          <p:nvPr/>
        </p:nvSpPr>
        <p:spPr>
          <a:xfrm>
            <a:off x="8219388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42" name="직각 삼각형 41">
            <a:extLst>
              <a:ext uri="{FF2B5EF4-FFF2-40B4-BE49-F238E27FC236}">
                <a16:creationId xmlns:a16="http://schemas.microsoft.com/office/drawing/2014/main" id="{B9DDABC1-3645-4E78-8377-2B55C304CAA7}"/>
              </a:ext>
            </a:extLst>
          </p:cNvPr>
          <p:cNvSpPr/>
          <p:nvPr/>
        </p:nvSpPr>
        <p:spPr>
          <a:xfrm rot="10800000" flipV="1">
            <a:off x="2679062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572E87-A513-4EFA-8995-24B28A1B9FD6}"/>
              </a:ext>
            </a:extLst>
          </p:cNvPr>
          <p:cNvSpPr/>
          <p:nvPr/>
        </p:nvSpPr>
        <p:spPr>
          <a:xfrm>
            <a:off x="776923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660DD68D-D178-4932-9829-9F1C912B0FE6}"/>
              </a:ext>
            </a:extLst>
          </p:cNvPr>
          <p:cNvSpPr/>
          <p:nvPr/>
        </p:nvSpPr>
        <p:spPr>
          <a:xfrm rot="10800000" flipV="1">
            <a:off x="6600514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F72EAC-FDED-424D-9ED4-EC6E79BD0699}"/>
              </a:ext>
            </a:extLst>
          </p:cNvPr>
          <p:cNvSpPr/>
          <p:nvPr/>
        </p:nvSpPr>
        <p:spPr>
          <a:xfrm>
            <a:off x="4683134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69050-79DB-43B9-882E-9D2D47F7441D}"/>
              </a:ext>
            </a:extLst>
          </p:cNvPr>
          <p:cNvSpPr txBox="1"/>
          <p:nvPr/>
        </p:nvSpPr>
        <p:spPr>
          <a:xfrm>
            <a:off x="4831348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7285B4-9636-4D62-8333-AECF5423D646}"/>
              </a:ext>
            </a:extLst>
          </p:cNvPr>
          <p:cNvSpPr txBox="1"/>
          <p:nvPr/>
        </p:nvSpPr>
        <p:spPr>
          <a:xfrm>
            <a:off x="4831349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86AC7-711C-4C8C-8343-02C7F6DED5B0}"/>
              </a:ext>
            </a:extLst>
          </p:cNvPr>
          <p:cNvSpPr txBox="1"/>
          <p:nvPr/>
        </p:nvSpPr>
        <p:spPr>
          <a:xfrm>
            <a:off x="942514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760DC-5210-4EFA-9979-874B32F00C30}"/>
              </a:ext>
            </a:extLst>
          </p:cNvPr>
          <p:cNvSpPr txBox="1"/>
          <p:nvPr/>
        </p:nvSpPr>
        <p:spPr>
          <a:xfrm>
            <a:off x="942515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5F186E-AC24-4433-BD0D-E2728CD9464B}"/>
              </a:ext>
            </a:extLst>
          </p:cNvPr>
          <p:cNvSpPr/>
          <p:nvPr/>
        </p:nvSpPr>
        <p:spPr>
          <a:xfrm>
            <a:off x="3605400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CCB6F29-79AF-48D0-8061-2C05E2373893}"/>
              </a:ext>
            </a:extLst>
          </p:cNvPr>
          <p:cNvSpPr/>
          <p:nvPr/>
        </p:nvSpPr>
        <p:spPr>
          <a:xfrm>
            <a:off x="7499905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7" name="직각 삼각형 36">
            <a:extLst>
              <a:ext uri="{FF2B5EF4-FFF2-40B4-BE49-F238E27FC236}">
                <a16:creationId xmlns:a16="http://schemas.microsoft.com/office/drawing/2014/main" id="{5FE10CEF-5875-46F2-8653-561E45839288}"/>
              </a:ext>
            </a:extLst>
          </p:cNvPr>
          <p:cNvSpPr/>
          <p:nvPr/>
        </p:nvSpPr>
        <p:spPr>
          <a:xfrm rot="10800000" flipV="1">
            <a:off x="10495007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80E7BA-BF52-4FCF-AE76-16759D799522}"/>
              </a:ext>
            </a:extLst>
          </p:cNvPr>
          <p:cNvSpPr/>
          <p:nvPr/>
        </p:nvSpPr>
        <p:spPr>
          <a:xfrm>
            <a:off x="8577627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FBC1C8-5392-4715-8F47-F7B3911FAA66}"/>
              </a:ext>
            </a:extLst>
          </p:cNvPr>
          <p:cNvSpPr txBox="1"/>
          <p:nvPr/>
        </p:nvSpPr>
        <p:spPr>
          <a:xfrm>
            <a:off x="8725841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D5C182-084B-4867-ACC2-31B4BD57D389}"/>
              </a:ext>
            </a:extLst>
          </p:cNvPr>
          <p:cNvSpPr txBox="1"/>
          <p:nvPr/>
        </p:nvSpPr>
        <p:spPr>
          <a:xfrm>
            <a:off x="8725842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A134B01-3C5A-4363-8BC4-BA24A9787792}"/>
              </a:ext>
            </a:extLst>
          </p:cNvPr>
          <p:cNvSpPr/>
          <p:nvPr/>
        </p:nvSpPr>
        <p:spPr>
          <a:xfrm>
            <a:off x="11394398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6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31BEA-5B46-4EFF-BC6B-66B3258EAAE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14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374">
            <a:extLst>
              <a:ext uri="{FF2B5EF4-FFF2-40B4-BE49-F238E27FC236}">
                <a16:creationId xmlns:a16="http://schemas.microsoft.com/office/drawing/2014/main" id="{36EB55DF-0BC2-4FB5-99A9-7E5AEE9FB1A4}"/>
              </a:ext>
            </a:extLst>
          </p:cNvPr>
          <p:cNvSpPr txBox="1"/>
          <p:nvPr/>
        </p:nvSpPr>
        <p:spPr>
          <a:xfrm>
            <a:off x="988049" y="4544529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9741140-5170-48AB-85F2-1FDDF4007263}"/>
              </a:ext>
            </a:extLst>
          </p:cNvPr>
          <p:cNvSpPr txBox="1"/>
          <p:nvPr/>
        </p:nvSpPr>
        <p:spPr>
          <a:xfrm>
            <a:off x="1003408" y="4861136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A9147CAF-0A17-4C93-861E-619C928D09EE}"/>
              </a:ext>
            </a:extLst>
          </p:cNvPr>
          <p:cNvSpPr txBox="1"/>
          <p:nvPr/>
        </p:nvSpPr>
        <p:spPr>
          <a:xfrm>
            <a:off x="8461383" y="4877943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A5DDEB79-1FCA-4102-BA1C-E72423792C61}"/>
              </a:ext>
            </a:extLst>
          </p:cNvPr>
          <p:cNvSpPr txBox="1"/>
          <p:nvPr/>
        </p:nvSpPr>
        <p:spPr>
          <a:xfrm>
            <a:off x="4715672" y="4905301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43497BD-F704-446C-8410-E9C1522F0210}"/>
              </a:ext>
            </a:extLst>
          </p:cNvPr>
          <p:cNvSpPr txBox="1"/>
          <p:nvPr/>
        </p:nvSpPr>
        <p:spPr>
          <a:xfrm>
            <a:off x="8446024" y="4561336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1187DE-32BA-4DDB-B6E2-341B7576D697}"/>
              </a:ext>
            </a:extLst>
          </p:cNvPr>
          <p:cNvSpPr/>
          <p:nvPr/>
        </p:nvSpPr>
        <p:spPr>
          <a:xfrm>
            <a:off x="134082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37AFDD2-1568-4D61-8437-131AD82B9C0E}"/>
              </a:ext>
            </a:extLst>
          </p:cNvPr>
          <p:cNvSpPr/>
          <p:nvPr/>
        </p:nvSpPr>
        <p:spPr>
          <a:xfrm>
            <a:off x="154703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CA67403-AEDA-4B07-A5FE-6A8EB65EA823}"/>
              </a:ext>
            </a:extLst>
          </p:cNvPr>
          <p:cNvSpPr/>
          <p:nvPr/>
        </p:nvSpPr>
        <p:spPr>
          <a:xfrm>
            <a:off x="1753246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5ADF0D8-AC65-47A0-B0A2-647D4AAF5DD3}"/>
              </a:ext>
            </a:extLst>
          </p:cNvPr>
          <p:cNvSpPr/>
          <p:nvPr/>
        </p:nvSpPr>
        <p:spPr>
          <a:xfrm>
            <a:off x="1959459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07DB8A2-69E1-4A09-A0D6-E1B21137E00E}"/>
              </a:ext>
            </a:extLst>
          </p:cNvPr>
          <p:cNvSpPr/>
          <p:nvPr/>
        </p:nvSpPr>
        <p:spPr>
          <a:xfrm>
            <a:off x="216275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5DE675B-9857-4849-B871-64A74E52EB50}"/>
              </a:ext>
            </a:extLst>
          </p:cNvPr>
          <p:cNvSpPr/>
          <p:nvPr/>
        </p:nvSpPr>
        <p:spPr>
          <a:xfrm>
            <a:off x="236605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56F3720-91D0-4461-A8E3-29F51681C6DE}"/>
              </a:ext>
            </a:extLst>
          </p:cNvPr>
          <p:cNvSpPr/>
          <p:nvPr/>
        </p:nvSpPr>
        <p:spPr>
          <a:xfrm>
            <a:off x="257226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68B5AD9-6028-4B8F-9772-8E685168F7B1}"/>
              </a:ext>
            </a:extLst>
          </p:cNvPr>
          <p:cNvSpPr/>
          <p:nvPr/>
        </p:nvSpPr>
        <p:spPr>
          <a:xfrm>
            <a:off x="277848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9277FE5-F8D6-4FFC-8338-D69841E067CD}"/>
              </a:ext>
            </a:extLst>
          </p:cNvPr>
          <p:cNvSpPr/>
          <p:nvPr/>
        </p:nvSpPr>
        <p:spPr>
          <a:xfrm>
            <a:off x="2984693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3C7917A-D836-478A-839B-061851ED79B0}"/>
              </a:ext>
            </a:extLst>
          </p:cNvPr>
          <p:cNvSpPr/>
          <p:nvPr/>
        </p:nvSpPr>
        <p:spPr>
          <a:xfrm>
            <a:off x="318799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0E78A75-01CE-417E-9FA6-D385B88004D7}"/>
              </a:ext>
            </a:extLst>
          </p:cNvPr>
          <p:cNvSpPr/>
          <p:nvPr/>
        </p:nvSpPr>
        <p:spPr>
          <a:xfrm>
            <a:off x="134082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9BA01A7-C635-4E23-9FC5-34146E962930}"/>
              </a:ext>
            </a:extLst>
          </p:cNvPr>
          <p:cNvSpPr/>
          <p:nvPr/>
        </p:nvSpPr>
        <p:spPr>
          <a:xfrm>
            <a:off x="154703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4A1C3A9-6617-4658-9278-A1CBB6B84328}"/>
              </a:ext>
            </a:extLst>
          </p:cNvPr>
          <p:cNvSpPr/>
          <p:nvPr/>
        </p:nvSpPr>
        <p:spPr>
          <a:xfrm>
            <a:off x="1753246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29932BB-55F9-4408-96CE-0529A622D85A}"/>
              </a:ext>
            </a:extLst>
          </p:cNvPr>
          <p:cNvSpPr/>
          <p:nvPr/>
        </p:nvSpPr>
        <p:spPr>
          <a:xfrm>
            <a:off x="1959459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DB3A337-59D8-428A-A945-DFFFB0424702}"/>
              </a:ext>
            </a:extLst>
          </p:cNvPr>
          <p:cNvSpPr/>
          <p:nvPr/>
        </p:nvSpPr>
        <p:spPr>
          <a:xfrm>
            <a:off x="216275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217BBE2-04B3-4FA5-AA46-048CB343563D}"/>
              </a:ext>
            </a:extLst>
          </p:cNvPr>
          <p:cNvSpPr/>
          <p:nvPr/>
        </p:nvSpPr>
        <p:spPr>
          <a:xfrm>
            <a:off x="236605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6102CD4-EDE2-4F0B-A99D-7B0CC48CD9CB}"/>
              </a:ext>
            </a:extLst>
          </p:cNvPr>
          <p:cNvSpPr/>
          <p:nvPr/>
        </p:nvSpPr>
        <p:spPr>
          <a:xfrm>
            <a:off x="257226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3EA1E0E-0A49-4D3C-91D4-70BCA440EC96}"/>
              </a:ext>
            </a:extLst>
          </p:cNvPr>
          <p:cNvSpPr/>
          <p:nvPr/>
        </p:nvSpPr>
        <p:spPr>
          <a:xfrm>
            <a:off x="277848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F0D9AFD-B5FC-4FE8-8C4D-B2BC9E6FDF0B}"/>
              </a:ext>
            </a:extLst>
          </p:cNvPr>
          <p:cNvSpPr/>
          <p:nvPr/>
        </p:nvSpPr>
        <p:spPr>
          <a:xfrm>
            <a:off x="2984693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0517C01-BBBE-4A16-83A8-7EB502DA46EB}"/>
              </a:ext>
            </a:extLst>
          </p:cNvPr>
          <p:cNvSpPr/>
          <p:nvPr/>
        </p:nvSpPr>
        <p:spPr>
          <a:xfrm>
            <a:off x="318799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0BC590D-74E0-4DD8-B668-526AB16378E5}"/>
              </a:ext>
            </a:extLst>
          </p:cNvPr>
          <p:cNvSpPr/>
          <p:nvPr/>
        </p:nvSpPr>
        <p:spPr>
          <a:xfrm>
            <a:off x="134082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2A0D79A-E157-494C-8E26-2C5BEF9DC312}"/>
              </a:ext>
            </a:extLst>
          </p:cNvPr>
          <p:cNvSpPr/>
          <p:nvPr/>
        </p:nvSpPr>
        <p:spPr>
          <a:xfrm>
            <a:off x="154703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605F75C-46EC-4631-98B0-449B176A0DD7}"/>
              </a:ext>
            </a:extLst>
          </p:cNvPr>
          <p:cNvSpPr/>
          <p:nvPr/>
        </p:nvSpPr>
        <p:spPr>
          <a:xfrm>
            <a:off x="1753246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3521C5E-C7D7-431A-A5FB-7B3544A491DA}"/>
              </a:ext>
            </a:extLst>
          </p:cNvPr>
          <p:cNvSpPr/>
          <p:nvPr/>
        </p:nvSpPr>
        <p:spPr>
          <a:xfrm>
            <a:off x="1959459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6B9D5B8-2E5F-40A1-8816-EA6F76F8B88B}"/>
              </a:ext>
            </a:extLst>
          </p:cNvPr>
          <p:cNvSpPr/>
          <p:nvPr/>
        </p:nvSpPr>
        <p:spPr>
          <a:xfrm>
            <a:off x="216275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D166C44-0F6A-4CF9-94AC-5EB3EA2C62FF}"/>
              </a:ext>
            </a:extLst>
          </p:cNvPr>
          <p:cNvSpPr/>
          <p:nvPr/>
        </p:nvSpPr>
        <p:spPr>
          <a:xfrm>
            <a:off x="236605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054438C-A0E9-4045-9645-8F15285EEC24}"/>
              </a:ext>
            </a:extLst>
          </p:cNvPr>
          <p:cNvSpPr/>
          <p:nvPr/>
        </p:nvSpPr>
        <p:spPr>
          <a:xfrm>
            <a:off x="257226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5F51715-9DF2-4EDF-8C4C-6DBF6903DE37}"/>
              </a:ext>
            </a:extLst>
          </p:cNvPr>
          <p:cNvSpPr/>
          <p:nvPr/>
        </p:nvSpPr>
        <p:spPr>
          <a:xfrm>
            <a:off x="277848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5B1A0AD-69CC-4922-8D31-2384DD2A2D0D}"/>
              </a:ext>
            </a:extLst>
          </p:cNvPr>
          <p:cNvSpPr/>
          <p:nvPr/>
        </p:nvSpPr>
        <p:spPr>
          <a:xfrm>
            <a:off x="2984693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697F24B-0A43-4C45-9617-F945C1D3338B}"/>
              </a:ext>
            </a:extLst>
          </p:cNvPr>
          <p:cNvSpPr/>
          <p:nvPr/>
        </p:nvSpPr>
        <p:spPr>
          <a:xfrm>
            <a:off x="318799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9EB787C-786A-4D20-B961-7B87A3BC16D9}"/>
              </a:ext>
            </a:extLst>
          </p:cNvPr>
          <p:cNvSpPr/>
          <p:nvPr/>
        </p:nvSpPr>
        <p:spPr>
          <a:xfrm>
            <a:off x="134082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8BE501CF-7264-44A0-BA3A-A12396F93EBC}"/>
              </a:ext>
            </a:extLst>
          </p:cNvPr>
          <p:cNvSpPr/>
          <p:nvPr/>
        </p:nvSpPr>
        <p:spPr>
          <a:xfrm>
            <a:off x="154703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151521A-2541-4A1A-A0C2-3271498081A3}"/>
              </a:ext>
            </a:extLst>
          </p:cNvPr>
          <p:cNvSpPr/>
          <p:nvPr/>
        </p:nvSpPr>
        <p:spPr>
          <a:xfrm>
            <a:off x="1753246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18CAF776-4A90-45CD-A968-144B2674BFC6}"/>
              </a:ext>
            </a:extLst>
          </p:cNvPr>
          <p:cNvSpPr/>
          <p:nvPr/>
        </p:nvSpPr>
        <p:spPr>
          <a:xfrm>
            <a:off x="1959459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2831C74-2053-45E1-A619-9C380CF022FB}"/>
              </a:ext>
            </a:extLst>
          </p:cNvPr>
          <p:cNvSpPr/>
          <p:nvPr/>
        </p:nvSpPr>
        <p:spPr>
          <a:xfrm>
            <a:off x="216275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C5C259A9-1650-47D4-8755-B95FCFF465DA}"/>
              </a:ext>
            </a:extLst>
          </p:cNvPr>
          <p:cNvSpPr/>
          <p:nvPr/>
        </p:nvSpPr>
        <p:spPr>
          <a:xfrm>
            <a:off x="236605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2000069A-941B-468F-9A81-17788DC0A1D7}"/>
              </a:ext>
            </a:extLst>
          </p:cNvPr>
          <p:cNvSpPr/>
          <p:nvPr/>
        </p:nvSpPr>
        <p:spPr>
          <a:xfrm>
            <a:off x="257226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20F36054-479E-4AAE-96E9-0B61424ACECB}"/>
              </a:ext>
            </a:extLst>
          </p:cNvPr>
          <p:cNvSpPr/>
          <p:nvPr/>
        </p:nvSpPr>
        <p:spPr>
          <a:xfrm>
            <a:off x="277848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65AD738-2F3E-4661-82E0-542F7D202815}"/>
              </a:ext>
            </a:extLst>
          </p:cNvPr>
          <p:cNvSpPr/>
          <p:nvPr/>
        </p:nvSpPr>
        <p:spPr>
          <a:xfrm>
            <a:off x="2984693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6CFE6BB-EECA-4A5C-B6EA-473F58273045}"/>
              </a:ext>
            </a:extLst>
          </p:cNvPr>
          <p:cNvSpPr/>
          <p:nvPr/>
        </p:nvSpPr>
        <p:spPr>
          <a:xfrm>
            <a:off x="318799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6C055DC3-5DCD-4DCC-8BA0-98C5C27340CB}"/>
              </a:ext>
            </a:extLst>
          </p:cNvPr>
          <p:cNvSpPr/>
          <p:nvPr/>
        </p:nvSpPr>
        <p:spPr>
          <a:xfrm>
            <a:off x="134082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121DA44E-D9F6-43DF-B91D-1F3DA3F23308}"/>
              </a:ext>
            </a:extLst>
          </p:cNvPr>
          <p:cNvSpPr/>
          <p:nvPr/>
        </p:nvSpPr>
        <p:spPr>
          <a:xfrm>
            <a:off x="154703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0C33BE96-9A19-4FA7-A35E-F8241FFCF40D}"/>
              </a:ext>
            </a:extLst>
          </p:cNvPr>
          <p:cNvSpPr/>
          <p:nvPr/>
        </p:nvSpPr>
        <p:spPr>
          <a:xfrm>
            <a:off x="1753246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DD29CB38-20F3-40AB-8997-0E12B41F50D4}"/>
              </a:ext>
            </a:extLst>
          </p:cNvPr>
          <p:cNvSpPr/>
          <p:nvPr/>
        </p:nvSpPr>
        <p:spPr>
          <a:xfrm>
            <a:off x="1959459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6D40C026-CD05-46BB-AA30-F139BB8F02D2}"/>
              </a:ext>
            </a:extLst>
          </p:cNvPr>
          <p:cNvSpPr/>
          <p:nvPr/>
        </p:nvSpPr>
        <p:spPr>
          <a:xfrm>
            <a:off x="216275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7209587-FBE7-450D-81E6-2EBDE8224653}"/>
              </a:ext>
            </a:extLst>
          </p:cNvPr>
          <p:cNvSpPr/>
          <p:nvPr/>
        </p:nvSpPr>
        <p:spPr>
          <a:xfrm>
            <a:off x="236605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3D23E85-F67B-4B2C-8259-02FB42B087EC}"/>
              </a:ext>
            </a:extLst>
          </p:cNvPr>
          <p:cNvSpPr/>
          <p:nvPr/>
        </p:nvSpPr>
        <p:spPr>
          <a:xfrm>
            <a:off x="257226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52871CCC-9578-486D-A49B-1E82D3A66535}"/>
              </a:ext>
            </a:extLst>
          </p:cNvPr>
          <p:cNvSpPr/>
          <p:nvPr/>
        </p:nvSpPr>
        <p:spPr>
          <a:xfrm>
            <a:off x="277848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FCBBC8E-977B-4145-8EEF-F6AB98481125}"/>
              </a:ext>
            </a:extLst>
          </p:cNvPr>
          <p:cNvSpPr/>
          <p:nvPr/>
        </p:nvSpPr>
        <p:spPr>
          <a:xfrm>
            <a:off x="2984693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B3DDD684-1BE8-4F8B-84A2-DD58F8064F4F}"/>
              </a:ext>
            </a:extLst>
          </p:cNvPr>
          <p:cNvSpPr/>
          <p:nvPr/>
        </p:nvSpPr>
        <p:spPr>
          <a:xfrm>
            <a:off x="318799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16F7BF9B-6D3B-4B98-A2FB-75AC9D2F69E6}"/>
              </a:ext>
            </a:extLst>
          </p:cNvPr>
          <p:cNvSpPr/>
          <p:nvPr/>
        </p:nvSpPr>
        <p:spPr>
          <a:xfrm>
            <a:off x="1340821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8839D5-24A1-4FD4-988B-6A4093343F0E}"/>
              </a:ext>
            </a:extLst>
          </p:cNvPr>
          <p:cNvSpPr/>
          <p:nvPr/>
        </p:nvSpPr>
        <p:spPr>
          <a:xfrm>
            <a:off x="154703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13295FC-1D78-4DBE-8839-030A359F774C}"/>
              </a:ext>
            </a:extLst>
          </p:cNvPr>
          <p:cNvSpPr/>
          <p:nvPr/>
        </p:nvSpPr>
        <p:spPr>
          <a:xfrm>
            <a:off x="1753246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162F30E5-602B-4663-868C-267E627C35C6}"/>
              </a:ext>
            </a:extLst>
          </p:cNvPr>
          <p:cNvSpPr/>
          <p:nvPr/>
        </p:nvSpPr>
        <p:spPr>
          <a:xfrm>
            <a:off x="1959459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DAEBC54D-215F-4067-B503-293A97E5A79A}"/>
              </a:ext>
            </a:extLst>
          </p:cNvPr>
          <p:cNvSpPr/>
          <p:nvPr/>
        </p:nvSpPr>
        <p:spPr>
          <a:xfrm>
            <a:off x="2162757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D3D87986-09EA-424D-9AAE-A56FA610B7B6}"/>
              </a:ext>
            </a:extLst>
          </p:cNvPr>
          <p:cNvSpPr/>
          <p:nvPr/>
        </p:nvSpPr>
        <p:spPr>
          <a:xfrm>
            <a:off x="236605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875F770-413D-424B-B47D-E76AFC4E0357}"/>
              </a:ext>
            </a:extLst>
          </p:cNvPr>
          <p:cNvSpPr/>
          <p:nvPr/>
        </p:nvSpPr>
        <p:spPr>
          <a:xfrm>
            <a:off x="2572267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58AC06E8-64B2-4B68-B050-4B61008A6A9C}"/>
              </a:ext>
            </a:extLst>
          </p:cNvPr>
          <p:cNvSpPr/>
          <p:nvPr/>
        </p:nvSpPr>
        <p:spPr>
          <a:xfrm>
            <a:off x="277848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652090-DF91-4BAB-978E-9A106D9A42AC}"/>
              </a:ext>
            </a:extLst>
          </p:cNvPr>
          <p:cNvSpPr/>
          <p:nvPr/>
        </p:nvSpPr>
        <p:spPr>
          <a:xfrm>
            <a:off x="2984693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166EAD8-2B16-4BED-A8AC-DD983AC21287}"/>
              </a:ext>
            </a:extLst>
          </p:cNvPr>
          <p:cNvSpPr/>
          <p:nvPr/>
        </p:nvSpPr>
        <p:spPr>
          <a:xfrm>
            <a:off x="318799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60265155-0200-449C-964F-D4C7AD8B2678}"/>
              </a:ext>
            </a:extLst>
          </p:cNvPr>
          <p:cNvSpPr/>
          <p:nvPr/>
        </p:nvSpPr>
        <p:spPr>
          <a:xfrm>
            <a:off x="134082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155D33E7-853B-4BE6-BF1E-CA1FC46C6317}"/>
              </a:ext>
            </a:extLst>
          </p:cNvPr>
          <p:cNvSpPr/>
          <p:nvPr/>
        </p:nvSpPr>
        <p:spPr>
          <a:xfrm>
            <a:off x="154703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A61FFC85-8CC2-42CE-8CFD-3A5B84589405}"/>
              </a:ext>
            </a:extLst>
          </p:cNvPr>
          <p:cNvSpPr/>
          <p:nvPr/>
        </p:nvSpPr>
        <p:spPr>
          <a:xfrm>
            <a:off x="1753246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19D9770E-A960-498E-BAC3-AE8801D7EBB1}"/>
              </a:ext>
            </a:extLst>
          </p:cNvPr>
          <p:cNvSpPr/>
          <p:nvPr/>
        </p:nvSpPr>
        <p:spPr>
          <a:xfrm>
            <a:off x="1959459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DCBAE38-EF0D-4BC4-A1D9-2DC8AC15DE23}"/>
              </a:ext>
            </a:extLst>
          </p:cNvPr>
          <p:cNvSpPr/>
          <p:nvPr/>
        </p:nvSpPr>
        <p:spPr>
          <a:xfrm>
            <a:off x="216275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A295A442-9E09-4AD7-8CFE-B16EC92E229A}"/>
              </a:ext>
            </a:extLst>
          </p:cNvPr>
          <p:cNvSpPr/>
          <p:nvPr/>
        </p:nvSpPr>
        <p:spPr>
          <a:xfrm>
            <a:off x="236605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7A2264DE-52A9-45B8-B3BE-918DBC865B85}"/>
              </a:ext>
            </a:extLst>
          </p:cNvPr>
          <p:cNvSpPr/>
          <p:nvPr/>
        </p:nvSpPr>
        <p:spPr>
          <a:xfrm>
            <a:off x="257226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93713599-9F35-42B6-AAAB-E093D0515E88}"/>
              </a:ext>
            </a:extLst>
          </p:cNvPr>
          <p:cNvSpPr/>
          <p:nvPr/>
        </p:nvSpPr>
        <p:spPr>
          <a:xfrm>
            <a:off x="277848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BB2BF9C3-91D4-4965-B43B-55555F9051A5}"/>
              </a:ext>
            </a:extLst>
          </p:cNvPr>
          <p:cNvSpPr/>
          <p:nvPr/>
        </p:nvSpPr>
        <p:spPr>
          <a:xfrm>
            <a:off x="2984693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8F76DFF6-2F1A-4A4E-B02B-D44108FF6737}"/>
              </a:ext>
            </a:extLst>
          </p:cNvPr>
          <p:cNvSpPr/>
          <p:nvPr/>
        </p:nvSpPr>
        <p:spPr>
          <a:xfrm>
            <a:off x="318799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8F21D7B1-3F3F-435C-B3CD-D4F220DE8C49}"/>
              </a:ext>
            </a:extLst>
          </p:cNvPr>
          <p:cNvSpPr/>
          <p:nvPr/>
        </p:nvSpPr>
        <p:spPr>
          <a:xfrm>
            <a:off x="134082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3319013F-12C1-42E1-9831-43CA67934F0C}"/>
              </a:ext>
            </a:extLst>
          </p:cNvPr>
          <p:cNvSpPr/>
          <p:nvPr/>
        </p:nvSpPr>
        <p:spPr>
          <a:xfrm>
            <a:off x="154703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B6621A10-A234-4AF7-BC70-BA109BEA2693}"/>
              </a:ext>
            </a:extLst>
          </p:cNvPr>
          <p:cNvSpPr/>
          <p:nvPr/>
        </p:nvSpPr>
        <p:spPr>
          <a:xfrm>
            <a:off x="1753246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FB739EEB-8456-4622-8A98-8C145971E565}"/>
              </a:ext>
            </a:extLst>
          </p:cNvPr>
          <p:cNvSpPr/>
          <p:nvPr/>
        </p:nvSpPr>
        <p:spPr>
          <a:xfrm>
            <a:off x="1959459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0951F28D-1AEE-46D7-B7FB-2A5834D3332B}"/>
              </a:ext>
            </a:extLst>
          </p:cNvPr>
          <p:cNvSpPr/>
          <p:nvPr/>
        </p:nvSpPr>
        <p:spPr>
          <a:xfrm>
            <a:off x="216275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BE8E75FC-D4AF-4C3C-8114-95A0FEEC5F7D}"/>
              </a:ext>
            </a:extLst>
          </p:cNvPr>
          <p:cNvSpPr/>
          <p:nvPr/>
        </p:nvSpPr>
        <p:spPr>
          <a:xfrm>
            <a:off x="236605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423062D0-EE79-448B-B4A6-0957211BB3DC}"/>
              </a:ext>
            </a:extLst>
          </p:cNvPr>
          <p:cNvSpPr/>
          <p:nvPr/>
        </p:nvSpPr>
        <p:spPr>
          <a:xfrm>
            <a:off x="257226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624AD10D-C424-41E8-8E2A-20A7F07496C3}"/>
              </a:ext>
            </a:extLst>
          </p:cNvPr>
          <p:cNvSpPr/>
          <p:nvPr/>
        </p:nvSpPr>
        <p:spPr>
          <a:xfrm>
            <a:off x="277848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808A105-74D7-40F4-8C38-E5F3B50DD309}"/>
              </a:ext>
            </a:extLst>
          </p:cNvPr>
          <p:cNvSpPr/>
          <p:nvPr/>
        </p:nvSpPr>
        <p:spPr>
          <a:xfrm>
            <a:off x="2984693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DA100065-D4DA-405A-A11C-D34A43AB2733}"/>
              </a:ext>
            </a:extLst>
          </p:cNvPr>
          <p:cNvSpPr/>
          <p:nvPr/>
        </p:nvSpPr>
        <p:spPr>
          <a:xfrm>
            <a:off x="318799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44CB3D26-D657-4334-A2A8-6C59DFACAAE8}"/>
              </a:ext>
            </a:extLst>
          </p:cNvPr>
          <p:cNvSpPr/>
          <p:nvPr/>
        </p:nvSpPr>
        <p:spPr>
          <a:xfrm>
            <a:off x="134082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2A0C5F96-623C-4CE9-B3FC-F1C48E7378D9}"/>
              </a:ext>
            </a:extLst>
          </p:cNvPr>
          <p:cNvSpPr/>
          <p:nvPr/>
        </p:nvSpPr>
        <p:spPr>
          <a:xfrm>
            <a:off x="154703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9EF3ECD9-435B-4BC3-BB4F-485DFC9AAA75}"/>
              </a:ext>
            </a:extLst>
          </p:cNvPr>
          <p:cNvSpPr/>
          <p:nvPr/>
        </p:nvSpPr>
        <p:spPr>
          <a:xfrm>
            <a:off x="1753246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BE9358CF-B5CB-4CB6-A146-46AE299F53D2}"/>
              </a:ext>
            </a:extLst>
          </p:cNvPr>
          <p:cNvSpPr/>
          <p:nvPr/>
        </p:nvSpPr>
        <p:spPr>
          <a:xfrm>
            <a:off x="1959459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D58D3C85-FCDB-43ED-B7B1-87B58F4057F7}"/>
              </a:ext>
            </a:extLst>
          </p:cNvPr>
          <p:cNvSpPr/>
          <p:nvPr/>
        </p:nvSpPr>
        <p:spPr>
          <a:xfrm>
            <a:off x="216275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D42A4F03-C35A-4D94-A3D8-4864CE96F703}"/>
              </a:ext>
            </a:extLst>
          </p:cNvPr>
          <p:cNvSpPr/>
          <p:nvPr/>
        </p:nvSpPr>
        <p:spPr>
          <a:xfrm>
            <a:off x="236605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1BE50FAD-CD4D-4949-B4AA-DE9468C9D5DB}"/>
              </a:ext>
            </a:extLst>
          </p:cNvPr>
          <p:cNvSpPr/>
          <p:nvPr/>
        </p:nvSpPr>
        <p:spPr>
          <a:xfrm>
            <a:off x="257226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0C792246-0CBE-4858-A8A6-0388267D4FFB}"/>
              </a:ext>
            </a:extLst>
          </p:cNvPr>
          <p:cNvSpPr/>
          <p:nvPr/>
        </p:nvSpPr>
        <p:spPr>
          <a:xfrm>
            <a:off x="277848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FCE6FEBB-D9D7-4679-A5DA-75252B122492}"/>
              </a:ext>
            </a:extLst>
          </p:cNvPr>
          <p:cNvSpPr/>
          <p:nvPr/>
        </p:nvSpPr>
        <p:spPr>
          <a:xfrm>
            <a:off x="2984693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A674D68F-7BEF-4A03-B898-DFB76F3F9DFC}"/>
              </a:ext>
            </a:extLst>
          </p:cNvPr>
          <p:cNvSpPr/>
          <p:nvPr/>
        </p:nvSpPr>
        <p:spPr>
          <a:xfrm>
            <a:off x="318799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B860F5CF-0E4A-48CF-8E67-AE351E342621}"/>
              </a:ext>
            </a:extLst>
          </p:cNvPr>
          <p:cNvSpPr/>
          <p:nvPr/>
        </p:nvSpPr>
        <p:spPr>
          <a:xfrm>
            <a:off x="134082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FDA1B40D-C282-4E4A-9D51-760C1105F647}"/>
              </a:ext>
            </a:extLst>
          </p:cNvPr>
          <p:cNvSpPr/>
          <p:nvPr/>
        </p:nvSpPr>
        <p:spPr>
          <a:xfrm>
            <a:off x="154703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2987F42-6B15-49C9-BB61-32A06F12476E}"/>
              </a:ext>
            </a:extLst>
          </p:cNvPr>
          <p:cNvSpPr/>
          <p:nvPr/>
        </p:nvSpPr>
        <p:spPr>
          <a:xfrm>
            <a:off x="1753246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6792497E-5C49-487B-AF6B-2900C5559318}"/>
              </a:ext>
            </a:extLst>
          </p:cNvPr>
          <p:cNvSpPr/>
          <p:nvPr/>
        </p:nvSpPr>
        <p:spPr>
          <a:xfrm>
            <a:off x="1959459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49B758EE-B7F5-41BE-9235-704A3ACC15CD}"/>
              </a:ext>
            </a:extLst>
          </p:cNvPr>
          <p:cNvSpPr/>
          <p:nvPr/>
        </p:nvSpPr>
        <p:spPr>
          <a:xfrm>
            <a:off x="216275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FCF9D9B1-E988-408C-9EF9-60654930642A}"/>
              </a:ext>
            </a:extLst>
          </p:cNvPr>
          <p:cNvSpPr/>
          <p:nvPr/>
        </p:nvSpPr>
        <p:spPr>
          <a:xfrm>
            <a:off x="236605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6F6999D3-579F-485B-9FCD-A74DDC611406}"/>
              </a:ext>
            </a:extLst>
          </p:cNvPr>
          <p:cNvSpPr/>
          <p:nvPr/>
        </p:nvSpPr>
        <p:spPr>
          <a:xfrm>
            <a:off x="257226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55E10EF5-B4CC-48E1-B11E-E3116993F6DE}"/>
              </a:ext>
            </a:extLst>
          </p:cNvPr>
          <p:cNvSpPr/>
          <p:nvPr/>
        </p:nvSpPr>
        <p:spPr>
          <a:xfrm>
            <a:off x="277848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4BE707CB-F340-4ADB-A82F-8E63D0DBA72C}"/>
              </a:ext>
            </a:extLst>
          </p:cNvPr>
          <p:cNvSpPr/>
          <p:nvPr/>
        </p:nvSpPr>
        <p:spPr>
          <a:xfrm>
            <a:off x="2984693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C7F2C976-ED90-46A3-8204-40AC536CF09A}"/>
              </a:ext>
            </a:extLst>
          </p:cNvPr>
          <p:cNvSpPr/>
          <p:nvPr/>
        </p:nvSpPr>
        <p:spPr>
          <a:xfrm>
            <a:off x="318799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219E74E-E989-4C7B-8C3E-F5035F65C615}"/>
              </a:ext>
            </a:extLst>
          </p:cNvPr>
          <p:cNvSpPr txBox="1"/>
          <p:nvPr/>
        </p:nvSpPr>
        <p:spPr>
          <a:xfrm>
            <a:off x="1326904" y="1911510"/>
            <a:ext cx="2007785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47937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56%</a:t>
            </a:r>
            <a:endParaRPr lang="ko-KR" altLang="en-US" sz="2000" dirty="0">
              <a:solidFill>
                <a:srgbClr val="47937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5E71BDE5-4ABC-41E1-BEFC-6D28B285E9BA}"/>
              </a:ext>
            </a:extLst>
          </p:cNvPr>
          <p:cNvSpPr txBox="1"/>
          <p:nvPr/>
        </p:nvSpPr>
        <p:spPr>
          <a:xfrm>
            <a:off x="4700313" y="4588694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44CB01E5-FC49-4031-8C93-72EA9A5FC40C}"/>
              </a:ext>
            </a:extLst>
          </p:cNvPr>
          <p:cNvSpPr/>
          <p:nvPr/>
        </p:nvSpPr>
        <p:spPr>
          <a:xfrm>
            <a:off x="506354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8C76566F-08C2-4B86-AD9B-3795D8EECAA2}"/>
              </a:ext>
            </a:extLst>
          </p:cNvPr>
          <p:cNvSpPr/>
          <p:nvPr/>
        </p:nvSpPr>
        <p:spPr>
          <a:xfrm>
            <a:off x="526975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6B5076BA-9EA8-4C10-B432-F2E626008C47}"/>
              </a:ext>
            </a:extLst>
          </p:cNvPr>
          <p:cNvSpPr/>
          <p:nvPr/>
        </p:nvSpPr>
        <p:spPr>
          <a:xfrm>
            <a:off x="5475965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DC8BD1AB-149F-4C65-BE2D-A77F3A4FCF5A}"/>
              </a:ext>
            </a:extLst>
          </p:cNvPr>
          <p:cNvSpPr/>
          <p:nvPr/>
        </p:nvSpPr>
        <p:spPr>
          <a:xfrm>
            <a:off x="5682178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932E4DD0-6BDB-4E59-9BB9-535C4ACFC339}"/>
              </a:ext>
            </a:extLst>
          </p:cNvPr>
          <p:cNvSpPr/>
          <p:nvPr/>
        </p:nvSpPr>
        <p:spPr>
          <a:xfrm>
            <a:off x="588547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D83C8A40-C7FC-4F64-9CBD-D14EB09EC497}"/>
              </a:ext>
            </a:extLst>
          </p:cNvPr>
          <p:cNvSpPr/>
          <p:nvPr/>
        </p:nvSpPr>
        <p:spPr>
          <a:xfrm>
            <a:off x="6088774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2B366D30-C75E-42A5-B95E-F32434F2AAF2}"/>
              </a:ext>
            </a:extLst>
          </p:cNvPr>
          <p:cNvSpPr/>
          <p:nvPr/>
        </p:nvSpPr>
        <p:spPr>
          <a:xfrm>
            <a:off x="629498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E151DD5D-1ED2-4524-9FC6-17F2351E7C66}"/>
              </a:ext>
            </a:extLst>
          </p:cNvPr>
          <p:cNvSpPr/>
          <p:nvPr/>
        </p:nvSpPr>
        <p:spPr>
          <a:xfrm>
            <a:off x="650120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E91E4BAC-398B-498B-9DC4-EEE10F869098}"/>
              </a:ext>
            </a:extLst>
          </p:cNvPr>
          <p:cNvSpPr/>
          <p:nvPr/>
        </p:nvSpPr>
        <p:spPr>
          <a:xfrm>
            <a:off x="670741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AFD5DEEF-7278-44EA-A6E2-B57C6093498D}"/>
              </a:ext>
            </a:extLst>
          </p:cNvPr>
          <p:cNvSpPr/>
          <p:nvPr/>
        </p:nvSpPr>
        <p:spPr>
          <a:xfrm>
            <a:off x="691071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18ED6098-F3C4-4186-9C91-E5A18C14D2C6}"/>
              </a:ext>
            </a:extLst>
          </p:cNvPr>
          <p:cNvSpPr/>
          <p:nvPr/>
        </p:nvSpPr>
        <p:spPr>
          <a:xfrm>
            <a:off x="506354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EF34D3CB-F7B4-4480-98A3-B2690686AEE7}"/>
              </a:ext>
            </a:extLst>
          </p:cNvPr>
          <p:cNvSpPr/>
          <p:nvPr/>
        </p:nvSpPr>
        <p:spPr>
          <a:xfrm>
            <a:off x="526975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6BD02644-E3BF-409C-85C6-8F82D5C3E3DF}"/>
              </a:ext>
            </a:extLst>
          </p:cNvPr>
          <p:cNvSpPr/>
          <p:nvPr/>
        </p:nvSpPr>
        <p:spPr>
          <a:xfrm>
            <a:off x="5475965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259D5B85-02E8-4A6B-8F32-FC9E54D673F2}"/>
              </a:ext>
            </a:extLst>
          </p:cNvPr>
          <p:cNvSpPr/>
          <p:nvPr/>
        </p:nvSpPr>
        <p:spPr>
          <a:xfrm>
            <a:off x="5682178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57E263E0-C9FF-477B-BFA1-51DC630D77BF}"/>
              </a:ext>
            </a:extLst>
          </p:cNvPr>
          <p:cNvSpPr/>
          <p:nvPr/>
        </p:nvSpPr>
        <p:spPr>
          <a:xfrm>
            <a:off x="588547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2E40D576-7858-43A0-BEF7-739DD7096085}"/>
              </a:ext>
            </a:extLst>
          </p:cNvPr>
          <p:cNvSpPr/>
          <p:nvPr/>
        </p:nvSpPr>
        <p:spPr>
          <a:xfrm>
            <a:off x="6088774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4CA4F598-CFFF-4465-B5C3-D60E4BF8FA6D}"/>
              </a:ext>
            </a:extLst>
          </p:cNvPr>
          <p:cNvSpPr/>
          <p:nvPr/>
        </p:nvSpPr>
        <p:spPr>
          <a:xfrm>
            <a:off x="629498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0076FB8F-B5EB-4DF9-AEA1-17730E60B400}"/>
              </a:ext>
            </a:extLst>
          </p:cNvPr>
          <p:cNvSpPr/>
          <p:nvPr/>
        </p:nvSpPr>
        <p:spPr>
          <a:xfrm>
            <a:off x="650120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06D8719D-EA82-44C7-B509-4B5E0F05704E}"/>
              </a:ext>
            </a:extLst>
          </p:cNvPr>
          <p:cNvSpPr/>
          <p:nvPr/>
        </p:nvSpPr>
        <p:spPr>
          <a:xfrm>
            <a:off x="670741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505DF4D-5613-43B0-8CF6-BFDB10CA13CA}"/>
              </a:ext>
            </a:extLst>
          </p:cNvPr>
          <p:cNvSpPr/>
          <p:nvPr/>
        </p:nvSpPr>
        <p:spPr>
          <a:xfrm>
            <a:off x="691071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7CCF184B-A551-4A52-8482-EA028FF1DCF3}"/>
              </a:ext>
            </a:extLst>
          </p:cNvPr>
          <p:cNvSpPr/>
          <p:nvPr/>
        </p:nvSpPr>
        <p:spPr>
          <a:xfrm>
            <a:off x="506354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B939E79B-3FE3-4096-BC79-D705F96DB66A}"/>
              </a:ext>
            </a:extLst>
          </p:cNvPr>
          <p:cNvSpPr/>
          <p:nvPr/>
        </p:nvSpPr>
        <p:spPr>
          <a:xfrm>
            <a:off x="526975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B9D33B6F-E561-4D48-82AF-95DE58785323}"/>
              </a:ext>
            </a:extLst>
          </p:cNvPr>
          <p:cNvSpPr/>
          <p:nvPr/>
        </p:nvSpPr>
        <p:spPr>
          <a:xfrm>
            <a:off x="5475965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149F5123-E2B7-43C9-A0A3-FB41509C139B}"/>
              </a:ext>
            </a:extLst>
          </p:cNvPr>
          <p:cNvSpPr/>
          <p:nvPr/>
        </p:nvSpPr>
        <p:spPr>
          <a:xfrm>
            <a:off x="5682178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AAD64705-DAF3-4CFE-B698-08DB6EA54246}"/>
              </a:ext>
            </a:extLst>
          </p:cNvPr>
          <p:cNvSpPr/>
          <p:nvPr/>
        </p:nvSpPr>
        <p:spPr>
          <a:xfrm>
            <a:off x="588547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77914A1B-EACB-41CB-B010-1D96F64B8746}"/>
              </a:ext>
            </a:extLst>
          </p:cNvPr>
          <p:cNvSpPr/>
          <p:nvPr/>
        </p:nvSpPr>
        <p:spPr>
          <a:xfrm>
            <a:off x="6088774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0B07C025-D6C2-4A90-AB35-556C39BBAF16}"/>
              </a:ext>
            </a:extLst>
          </p:cNvPr>
          <p:cNvSpPr/>
          <p:nvPr/>
        </p:nvSpPr>
        <p:spPr>
          <a:xfrm>
            <a:off x="629498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489CE2FB-45EE-4747-808C-61864F2AA598}"/>
              </a:ext>
            </a:extLst>
          </p:cNvPr>
          <p:cNvSpPr/>
          <p:nvPr/>
        </p:nvSpPr>
        <p:spPr>
          <a:xfrm>
            <a:off x="650120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2FA3B39F-57DF-4D70-A1A3-50833CB7539E}"/>
              </a:ext>
            </a:extLst>
          </p:cNvPr>
          <p:cNvSpPr/>
          <p:nvPr/>
        </p:nvSpPr>
        <p:spPr>
          <a:xfrm>
            <a:off x="670741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667B157B-CAE0-4545-B3D0-9F7203B200BB}"/>
              </a:ext>
            </a:extLst>
          </p:cNvPr>
          <p:cNvSpPr/>
          <p:nvPr/>
        </p:nvSpPr>
        <p:spPr>
          <a:xfrm>
            <a:off x="6910710" y="285192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1566B6FD-AC53-48E5-894E-25C48C75EA93}"/>
              </a:ext>
            </a:extLst>
          </p:cNvPr>
          <p:cNvSpPr/>
          <p:nvPr/>
        </p:nvSpPr>
        <p:spPr>
          <a:xfrm>
            <a:off x="506354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12455650-182C-4AC4-9D82-CC92A3BB5DA5}"/>
              </a:ext>
            </a:extLst>
          </p:cNvPr>
          <p:cNvSpPr/>
          <p:nvPr/>
        </p:nvSpPr>
        <p:spPr>
          <a:xfrm>
            <a:off x="526975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1717503-294F-45C6-8121-36931F60CAD3}"/>
              </a:ext>
            </a:extLst>
          </p:cNvPr>
          <p:cNvSpPr/>
          <p:nvPr/>
        </p:nvSpPr>
        <p:spPr>
          <a:xfrm>
            <a:off x="5475965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4EEB38C0-947D-4986-825A-0342A165E430}"/>
              </a:ext>
            </a:extLst>
          </p:cNvPr>
          <p:cNvSpPr/>
          <p:nvPr/>
        </p:nvSpPr>
        <p:spPr>
          <a:xfrm>
            <a:off x="5682178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9358102E-01D1-4B07-A223-1924BA723595}"/>
              </a:ext>
            </a:extLst>
          </p:cNvPr>
          <p:cNvSpPr/>
          <p:nvPr/>
        </p:nvSpPr>
        <p:spPr>
          <a:xfrm>
            <a:off x="588547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C518C5D8-A2CB-4EF6-94B3-D49E203B31E5}"/>
              </a:ext>
            </a:extLst>
          </p:cNvPr>
          <p:cNvSpPr/>
          <p:nvPr/>
        </p:nvSpPr>
        <p:spPr>
          <a:xfrm>
            <a:off x="6088774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2C8A6B41-8672-4237-B545-4F66CA5E26CC}"/>
              </a:ext>
            </a:extLst>
          </p:cNvPr>
          <p:cNvSpPr/>
          <p:nvPr/>
        </p:nvSpPr>
        <p:spPr>
          <a:xfrm>
            <a:off x="629498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8129B1F8-6D75-4DB2-8605-68D555CBB724}"/>
              </a:ext>
            </a:extLst>
          </p:cNvPr>
          <p:cNvSpPr/>
          <p:nvPr/>
        </p:nvSpPr>
        <p:spPr>
          <a:xfrm>
            <a:off x="650120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BBDAA58F-74CA-490B-8287-74A939D74B5B}"/>
              </a:ext>
            </a:extLst>
          </p:cNvPr>
          <p:cNvSpPr/>
          <p:nvPr/>
        </p:nvSpPr>
        <p:spPr>
          <a:xfrm>
            <a:off x="670741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A00EC8C5-28CC-4AD9-96AC-E6833C3369B8}"/>
              </a:ext>
            </a:extLst>
          </p:cNvPr>
          <p:cNvSpPr/>
          <p:nvPr/>
        </p:nvSpPr>
        <p:spPr>
          <a:xfrm>
            <a:off x="691071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405F-B882-4A83-80F4-1574F30EF4EA}"/>
              </a:ext>
            </a:extLst>
          </p:cNvPr>
          <p:cNvSpPr/>
          <p:nvPr/>
        </p:nvSpPr>
        <p:spPr>
          <a:xfrm>
            <a:off x="506354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DEBD6C18-1CBD-475B-92BB-925A79E6C5FC}"/>
              </a:ext>
            </a:extLst>
          </p:cNvPr>
          <p:cNvSpPr/>
          <p:nvPr/>
        </p:nvSpPr>
        <p:spPr>
          <a:xfrm>
            <a:off x="526975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C711CCC9-0F76-491E-BA45-DB9FEE438EBA}"/>
              </a:ext>
            </a:extLst>
          </p:cNvPr>
          <p:cNvSpPr/>
          <p:nvPr/>
        </p:nvSpPr>
        <p:spPr>
          <a:xfrm>
            <a:off x="5475965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DD5BC93E-C1E2-483D-A535-BCA596F2EBA4}"/>
              </a:ext>
            </a:extLst>
          </p:cNvPr>
          <p:cNvSpPr/>
          <p:nvPr/>
        </p:nvSpPr>
        <p:spPr>
          <a:xfrm>
            <a:off x="5682178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015BE58E-F97A-4992-B061-86336C2A81EF}"/>
              </a:ext>
            </a:extLst>
          </p:cNvPr>
          <p:cNvSpPr/>
          <p:nvPr/>
        </p:nvSpPr>
        <p:spPr>
          <a:xfrm>
            <a:off x="588547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192AA9BF-36DB-4346-894C-81A1F04DB24A}"/>
              </a:ext>
            </a:extLst>
          </p:cNvPr>
          <p:cNvSpPr/>
          <p:nvPr/>
        </p:nvSpPr>
        <p:spPr>
          <a:xfrm>
            <a:off x="6088774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F97B8F0E-3E9F-4063-AE05-0CB56630BE03}"/>
              </a:ext>
            </a:extLst>
          </p:cNvPr>
          <p:cNvSpPr/>
          <p:nvPr/>
        </p:nvSpPr>
        <p:spPr>
          <a:xfrm>
            <a:off x="629498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8501DF63-BE15-478B-BC62-E7269CD71ACB}"/>
              </a:ext>
            </a:extLst>
          </p:cNvPr>
          <p:cNvSpPr/>
          <p:nvPr/>
        </p:nvSpPr>
        <p:spPr>
          <a:xfrm>
            <a:off x="650120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37142E60-68E6-4753-82D7-6C846590772C}"/>
              </a:ext>
            </a:extLst>
          </p:cNvPr>
          <p:cNvSpPr/>
          <p:nvPr/>
        </p:nvSpPr>
        <p:spPr>
          <a:xfrm>
            <a:off x="670741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87BDA614-E5C7-452C-9926-C59E1913B845}"/>
              </a:ext>
            </a:extLst>
          </p:cNvPr>
          <p:cNvSpPr/>
          <p:nvPr/>
        </p:nvSpPr>
        <p:spPr>
          <a:xfrm>
            <a:off x="691071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타원 224">
            <a:extLst>
              <a:ext uri="{FF2B5EF4-FFF2-40B4-BE49-F238E27FC236}">
                <a16:creationId xmlns:a16="http://schemas.microsoft.com/office/drawing/2014/main" id="{73634901-9BE1-4867-8A36-D260525BE82B}"/>
              </a:ext>
            </a:extLst>
          </p:cNvPr>
          <p:cNvSpPr/>
          <p:nvPr/>
        </p:nvSpPr>
        <p:spPr>
          <a:xfrm>
            <a:off x="506354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D7C26406-B3C7-4870-BD0D-AE3512B30D43}"/>
              </a:ext>
            </a:extLst>
          </p:cNvPr>
          <p:cNvSpPr/>
          <p:nvPr/>
        </p:nvSpPr>
        <p:spPr>
          <a:xfrm>
            <a:off x="526975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CE6D15A3-93C6-42CF-AE4B-8C072976C751}"/>
              </a:ext>
            </a:extLst>
          </p:cNvPr>
          <p:cNvSpPr/>
          <p:nvPr/>
        </p:nvSpPr>
        <p:spPr>
          <a:xfrm>
            <a:off x="5475965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09FDE42B-5AF1-4F3F-970D-A23659F8C8A3}"/>
              </a:ext>
            </a:extLst>
          </p:cNvPr>
          <p:cNvSpPr/>
          <p:nvPr/>
        </p:nvSpPr>
        <p:spPr>
          <a:xfrm>
            <a:off x="5682178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E38616E1-CCAC-48EA-9984-3D8F82105D25}"/>
              </a:ext>
            </a:extLst>
          </p:cNvPr>
          <p:cNvSpPr/>
          <p:nvPr/>
        </p:nvSpPr>
        <p:spPr>
          <a:xfrm>
            <a:off x="588547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D45306E4-39AA-4EAF-961E-A62B33F90B9F}"/>
              </a:ext>
            </a:extLst>
          </p:cNvPr>
          <p:cNvSpPr/>
          <p:nvPr/>
        </p:nvSpPr>
        <p:spPr>
          <a:xfrm>
            <a:off x="6088774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6FB899E0-6D63-4A00-A06F-97C2DE1E1B2D}"/>
              </a:ext>
            </a:extLst>
          </p:cNvPr>
          <p:cNvSpPr/>
          <p:nvPr/>
        </p:nvSpPr>
        <p:spPr>
          <a:xfrm>
            <a:off x="629498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C8410571-5BE1-4617-A069-EA4AA67AD77C}"/>
              </a:ext>
            </a:extLst>
          </p:cNvPr>
          <p:cNvSpPr/>
          <p:nvPr/>
        </p:nvSpPr>
        <p:spPr>
          <a:xfrm>
            <a:off x="650120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A069664B-4549-46D5-866E-2C5CAE1BE70D}"/>
              </a:ext>
            </a:extLst>
          </p:cNvPr>
          <p:cNvSpPr/>
          <p:nvPr/>
        </p:nvSpPr>
        <p:spPr>
          <a:xfrm>
            <a:off x="670741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C4FF891D-7174-4F80-AED6-4B86D30E319D}"/>
              </a:ext>
            </a:extLst>
          </p:cNvPr>
          <p:cNvSpPr/>
          <p:nvPr/>
        </p:nvSpPr>
        <p:spPr>
          <a:xfrm>
            <a:off x="691071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8617BDA3-742C-40F5-8209-B0F0D2DB317B}"/>
              </a:ext>
            </a:extLst>
          </p:cNvPr>
          <p:cNvSpPr/>
          <p:nvPr/>
        </p:nvSpPr>
        <p:spPr>
          <a:xfrm>
            <a:off x="506354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52CAB3DF-4B60-4F3E-8605-513E25B31BC8}"/>
              </a:ext>
            </a:extLst>
          </p:cNvPr>
          <p:cNvSpPr/>
          <p:nvPr/>
        </p:nvSpPr>
        <p:spPr>
          <a:xfrm>
            <a:off x="526975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9A43729D-7B53-4B79-B1B2-CE631A51EE69}"/>
              </a:ext>
            </a:extLst>
          </p:cNvPr>
          <p:cNvSpPr/>
          <p:nvPr/>
        </p:nvSpPr>
        <p:spPr>
          <a:xfrm>
            <a:off x="5475965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404A2B9C-D3D9-452B-9848-DE5E7EF57DB1}"/>
              </a:ext>
            </a:extLst>
          </p:cNvPr>
          <p:cNvSpPr/>
          <p:nvPr/>
        </p:nvSpPr>
        <p:spPr>
          <a:xfrm>
            <a:off x="5682178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8CA80EF1-1F5B-4669-A802-9BAEB1D2F605}"/>
              </a:ext>
            </a:extLst>
          </p:cNvPr>
          <p:cNvSpPr/>
          <p:nvPr/>
        </p:nvSpPr>
        <p:spPr>
          <a:xfrm>
            <a:off x="588547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FC2F9ADF-DEEB-4811-9009-4DEF42BE1B83}"/>
              </a:ext>
            </a:extLst>
          </p:cNvPr>
          <p:cNvSpPr/>
          <p:nvPr/>
        </p:nvSpPr>
        <p:spPr>
          <a:xfrm>
            <a:off x="6088774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F98FDDBD-E58A-474E-B8BE-54449D8BC1F9}"/>
              </a:ext>
            </a:extLst>
          </p:cNvPr>
          <p:cNvSpPr/>
          <p:nvPr/>
        </p:nvSpPr>
        <p:spPr>
          <a:xfrm>
            <a:off x="629498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C6B3BC94-F029-4BC4-A761-65F9FDAADB6E}"/>
              </a:ext>
            </a:extLst>
          </p:cNvPr>
          <p:cNvSpPr/>
          <p:nvPr/>
        </p:nvSpPr>
        <p:spPr>
          <a:xfrm>
            <a:off x="650120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94478AA9-9E2C-4694-9451-54CDB826A2A7}"/>
              </a:ext>
            </a:extLst>
          </p:cNvPr>
          <p:cNvSpPr/>
          <p:nvPr/>
        </p:nvSpPr>
        <p:spPr>
          <a:xfrm>
            <a:off x="670741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05225B6E-D27D-4096-9DCC-BCCD330B0E9D}"/>
              </a:ext>
            </a:extLst>
          </p:cNvPr>
          <p:cNvSpPr/>
          <p:nvPr/>
        </p:nvSpPr>
        <p:spPr>
          <a:xfrm>
            <a:off x="691071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ED6321C8-5677-4309-8C39-F6E1B4CC459D}"/>
              </a:ext>
            </a:extLst>
          </p:cNvPr>
          <p:cNvSpPr/>
          <p:nvPr/>
        </p:nvSpPr>
        <p:spPr>
          <a:xfrm>
            <a:off x="506354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DD431CED-DAA1-4955-9167-9707ACE0BB7B}"/>
              </a:ext>
            </a:extLst>
          </p:cNvPr>
          <p:cNvSpPr/>
          <p:nvPr/>
        </p:nvSpPr>
        <p:spPr>
          <a:xfrm>
            <a:off x="526975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07B9DC1F-EAF8-4D6C-B379-B2BF2E4E584A}"/>
              </a:ext>
            </a:extLst>
          </p:cNvPr>
          <p:cNvSpPr/>
          <p:nvPr/>
        </p:nvSpPr>
        <p:spPr>
          <a:xfrm>
            <a:off x="5475965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B3B9F0E8-E15E-47BC-9C6A-9541F9980F29}"/>
              </a:ext>
            </a:extLst>
          </p:cNvPr>
          <p:cNvSpPr/>
          <p:nvPr/>
        </p:nvSpPr>
        <p:spPr>
          <a:xfrm>
            <a:off x="5682178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2AE046BE-BD4F-4E17-B33F-41840F50C402}"/>
              </a:ext>
            </a:extLst>
          </p:cNvPr>
          <p:cNvSpPr/>
          <p:nvPr/>
        </p:nvSpPr>
        <p:spPr>
          <a:xfrm>
            <a:off x="588547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E102616F-56CF-458C-8147-CE47A4CD6B44}"/>
              </a:ext>
            </a:extLst>
          </p:cNvPr>
          <p:cNvSpPr/>
          <p:nvPr/>
        </p:nvSpPr>
        <p:spPr>
          <a:xfrm>
            <a:off x="6088774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108DB916-EB46-4DFF-8BFD-1C162DF7D182}"/>
              </a:ext>
            </a:extLst>
          </p:cNvPr>
          <p:cNvSpPr/>
          <p:nvPr/>
        </p:nvSpPr>
        <p:spPr>
          <a:xfrm>
            <a:off x="629498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FECAC84-8D89-4154-B3C6-FB8C0669B41E}"/>
              </a:ext>
            </a:extLst>
          </p:cNvPr>
          <p:cNvSpPr/>
          <p:nvPr/>
        </p:nvSpPr>
        <p:spPr>
          <a:xfrm>
            <a:off x="650120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EEBB74DE-3AD5-43EF-9905-719F8195DFCC}"/>
              </a:ext>
            </a:extLst>
          </p:cNvPr>
          <p:cNvSpPr/>
          <p:nvPr/>
        </p:nvSpPr>
        <p:spPr>
          <a:xfrm>
            <a:off x="670741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77EB508B-0313-4185-A6DA-7B9FF75908C1}"/>
              </a:ext>
            </a:extLst>
          </p:cNvPr>
          <p:cNvSpPr/>
          <p:nvPr/>
        </p:nvSpPr>
        <p:spPr>
          <a:xfrm>
            <a:off x="691071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타원 254">
            <a:extLst>
              <a:ext uri="{FF2B5EF4-FFF2-40B4-BE49-F238E27FC236}">
                <a16:creationId xmlns:a16="http://schemas.microsoft.com/office/drawing/2014/main" id="{3E1E7030-D5F7-472F-8E4A-277B8ED23982}"/>
              </a:ext>
            </a:extLst>
          </p:cNvPr>
          <p:cNvSpPr/>
          <p:nvPr/>
        </p:nvSpPr>
        <p:spPr>
          <a:xfrm>
            <a:off x="506354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6" name="타원 255">
            <a:extLst>
              <a:ext uri="{FF2B5EF4-FFF2-40B4-BE49-F238E27FC236}">
                <a16:creationId xmlns:a16="http://schemas.microsoft.com/office/drawing/2014/main" id="{831E2DAB-8436-4BD6-B81F-7ADAC724E6AC}"/>
              </a:ext>
            </a:extLst>
          </p:cNvPr>
          <p:cNvSpPr/>
          <p:nvPr/>
        </p:nvSpPr>
        <p:spPr>
          <a:xfrm>
            <a:off x="526975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E36F54DC-5B05-449D-843D-E11DDE0F6EAE}"/>
              </a:ext>
            </a:extLst>
          </p:cNvPr>
          <p:cNvSpPr/>
          <p:nvPr/>
        </p:nvSpPr>
        <p:spPr>
          <a:xfrm>
            <a:off x="5475965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205B9410-A60F-4D07-B428-2114C67EA1A1}"/>
              </a:ext>
            </a:extLst>
          </p:cNvPr>
          <p:cNvSpPr/>
          <p:nvPr/>
        </p:nvSpPr>
        <p:spPr>
          <a:xfrm>
            <a:off x="5682178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타원 258">
            <a:extLst>
              <a:ext uri="{FF2B5EF4-FFF2-40B4-BE49-F238E27FC236}">
                <a16:creationId xmlns:a16="http://schemas.microsoft.com/office/drawing/2014/main" id="{D13D62B7-74D2-4143-B719-6DE1B17CA4A4}"/>
              </a:ext>
            </a:extLst>
          </p:cNvPr>
          <p:cNvSpPr/>
          <p:nvPr/>
        </p:nvSpPr>
        <p:spPr>
          <a:xfrm>
            <a:off x="588547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ED9AF873-AF67-41E2-8D73-618F324BA521}"/>
              </a:ext>
            </a:extLst>
          </p:cNvPr>
          <p:cNvSpPr/>
          <p:nvPr/>
        </p:nvSpPr>
        <p:spPr>
          <a:xfrm>
            <a:off x="6088774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1C27F2CC-9280-4154-9C23-D940CD3EFE9E}"/>
              </a:ext>
            </a:extLst>
          </p:cNvPr>
          <p:cNvSpPr/>
          <p:nvPr/>
        </p:nvSpPr>
        <p:spPr>
          <a:xfrm>
            <a:off x="629498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22027DB6-3C2F-4B7F-A2C5-A91E52DEB75E}"/>
              </a:ext>
            </a:extLst>
          </p:cNvPr>
          <p:cNvSpPr/>
          <p:nvPr/>
        </p:nvSpPr>
        <p:spPr>
          <a:xfrm>
            <a:off x="650120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BA3BA694-2147-4726-BF3E-AB48E626DF06}"/>
              </a:ext>
            </a:extLst>
          </p:cNvPr>
          <p:cNvSpPr/>
          <p:nvPr/>
        </p:nvSpPr>
        <p:spPr>
          <a:xfrm>
            <a:off x="670741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31B7D765-A703-4121-B4EE-2351523AB7C7}"/>
              </a:ext>
            </a:extLst>
          </p:cNvPr>
          <p:cNvSpPr/>
          <p:nvPr/>
        </p:nvSpPr>
        <p:spPr>
          <a:xfrm>
            <a:off x="691071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A544D66A-61B6-4351-8789-0DE2081B7852}"/>
              </a:ext>
            </a:extLst>
          </p:cNvPr>
          <p:cNvSpPr/>
          <p:nvPr/>
        </p:nvSpPr>
        <p:spPr>
          <a:xfrm>
            <a:off x="506354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5F79DB1A-F466-41B7-B486-02EE37B0CF5A}"/>
              </a:ext>
            </a:extLst>
          </p:cNvPr>
          <p:cNvSpPr/>
          <p:nvPr/>
        </p:nvSpPr>
        <p:spPr>
          <a:xfrm>
            <a:off x="526975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A6E2CA89-EE8F-432F-8CCE-034F6C44A9A5}"/>
              </a:ext>
            </a:extLst>
          </p:cNvPr>
          <p:cNvSpPr/>
          <p:nvPr/>
        </p:nvSpPr>
        <p:spPr>
          <a:xfrm>
            <a:off x="5475965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59701B73-D997-41DB-9579-B449B7360B77}"/>
              </a:ext>
            </a:extLst>
          </p:cNvPr>
          <p:cNvSpPr/>
          <p:nvPr/>
        </p:nvSpPr>
        <p:spPr>
          <a:xfrm>
            <a:off x="5682178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1E67E28B-8C55-4992-A624-B238EC87AC0C}"/>
              </a:ext>
            </a:extLst>
          </p:cNvPr>
          <p:cNvSpPr/>
          <p:nvPr/>
        </p:nvSpPr>
        <p:spPr>
          <a:xfrm>
            <a:off x="588547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EE7DB0AD-5C63-4E47-B031-EFC69D16D327}"/>
              </a:ext>
            </a:extLst>
          </p:cNvPr>
          <p:cNvSpPr/>
          <p:nvPr/>
        </p:nvSpPr>
        <p:spPr>
          <a:xfrm>
            <a:off x="6088774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232CE330-53FB-4BD3-B0A6-272B62720B23}"/>
              </a:ext>
            </a:extLst>
          </p:cNvPr>
          <p:cNvSpPr/>
          <p:nvPr/>
        </p:nvSpPr>
        <p:spPr>
          <a:xfrm>
            <a:off x="629498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7B3FF423-51D2-4265-9B19-BB95B99FD114}"/>
              </a:ext>
            </a:extLst>
          </p:cNvPr>
          <p:cNvSpPr/>
          <p:nvPr/>
        </p:nvSpPr>
        <p:spPr>
          <a:xfrm>
            <a:off x="650120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AC1F0D15-5483-48EF-B44E-678ECC2BFC2B}"/>
              </a:ext>
            </a:extLst>
          </p:cNvPr>
          <p:cNvSpPr/>
          <p:nvPr/>
        </p:nvSpPr>
        <p:spPr>
          <a:xfrm>
            <a:off x="670741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A109B34F-41B7-4B29-BB5A-FB0D7E2BCF87}"/>
              </a:ext>
            </a:extLst>
          </p:cNvPr>
          <p:cNvSpPr/>
          <p:nvPr/>
        </p:nvSpPr>
        <p:spPr>
          <a:xfrm>
            <a:off x="691071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C37843A-4ECA-4514-A61D-8EFF6D6E437F}"/>
              </a:ext>
            </a:extLst>
          </p:cNvPr>
          <p:cNvSpPr txBox="1"/>
          <p:nvPr/>
        </p:nvSpPr>
        <p:spPr>
          <a:xfrm>
            <a:off x="5082579" y="1909058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8BAFA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29%</a:t>
            </a:r>
            <a:endParaRPr lang="ko-KR" altLang="en-US" sz="2000" dirty="0">
              <a:solidFill>
                <a:srgbClr val="8BAFA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C6FE2774-76F8-4E47-867F-A24260845587}"/>
              </a:ext>
            </a:extLst>
          </p:cNvPr>
          <p:cNvSpPr/>
          <p:nvPr/>
        </p:nvSpPr>
        <p:spPr>
          <a:xfrm>
            <a:off x="879137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C481EEBB-3B88-4804-85B9-2AFE77919DDC}"/>
              </a:ext>
            </a:extLst>
          </p:cNvPr>
          <p:cNvSpPr/>
          <p:nvPr/>
        </p:nvSpPr>
        <p:spPr>
          <a:xfrm>
            <a:off x="899758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1E9D18C1-1EDE-48A8-BB20-3005F9587FA2}"/>
              </a:ext>
            </a:extLst>
          </p:cNvPr>
          <p:cNvSpPr/>
          <p:nvPr/>
        </p:nvSpPr>
        <p:spPr>
          <a:xfrm>
            <a:off x="9203801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BA7C6C89-41CB-42A7-A271-35DB8E79FA43}"/>
              </a:ext>
            </a:extLst>
          </p:cNvPr>
          <p:cNvSpPr/>
          <p:nvPr/>
        </p:nvSpPr>
        <p:spPr>
          <a:xfrm>
            <a:off x="9410014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70B9CE30-82FC-44C9-8A3D-9478E0EFC7A9}"/>
              </a:ext>
            </a:extLst>
          </p:cNvPr>
          <p:cNvSpPr/>
          <p:nvPr/>
        </p:nvSpPr>
        <p:spPr>
          <a:xfrm>
            <a:off x="961331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B12B0622-EBAD-4FC7-953D-BB17DD7EFE9C}"/>
              </a:ext>
            </a:extLst>
          </p:cNvPr>
          <p:cNvSpPr/>
          <p:nvPr/>
        </p:nvSpPr>
        <p:spPr>
          <a:xfrm>
            <a:off x="9816609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110F1DA0-A33C-419D-8B77-C5685E3588C4}"/>
              </a:ext>
            </a:extLst>
          </p:cNvPr>
          <p:cNvSpPr/>
          <p:nvPr/>
        </p:nvSpPr>
        <p:spPr>
          <a:xfrm>
            <a:off x="1002282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8B7E2464-CCCC-4613-A449-912661F93544}"/>
              </a:ext>
            </a:extLst>
          </p:cNvPr>
          <p:cNvSpPr/>
          <p:nvPr/>
        </p:nvSpPr>
        <p:spPr>
          <a:xfrm>
            <a:off x="1022903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타원 282">
            <a:extLst>
              <a:ext uri="{FF2B5EF4-FFF2-40B4-BE49-F238E27FC236}">
                <a16:creationId xmlns:a16="http://schemas.microsoft.com/office/drawing/2014/main" id="{B4ED1F02-C3F2-402C-9644-35063507D032}"/>
              </a:ext>
            </a:extLst>
          </p:cNvPr>
          <p:cNvSpPr/>
          <p:nvPr/>
        </p:nvSpPr>
        <p:spPr>
          <a:xfrm>
            <a:off x="1043524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3FC2DDAF-DC17-42A8-AAAF-F2F94C3046B2}"/>
              </a:ext>
            </a:extLst>
          </p:cNvPr>
          <p:cNvSpPr/>
          <p:nvPr/>
        </p:nvSpPr>
        <p:spPr>
          <a:xfrm>
            <a:off x="1063854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5BCE5AFD-71E1-4B16-ABE6-BBB7A9DF81CA}"/>
              </a:ext>
            </a:extLst>
          </p:cNvPr>
          <p:cNvSpPr/>
          <p:nvPr/>
        </p:nvSpPr>
        <p:spPr>
          <a:xfrm>
            <a:off x="879137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42DCDDF3-652B-4A61-8ACB-F8F39BFD99E6}"/>
              </a:ext>
            </a:extLst>
          </p:cNvPr>
          <p:cNvSpPr/>
          <p:nvPr/>
        </p:nvSpPr>
        <p:spPr>
          <a:xfrm>
            <a:off x="899758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D8FAAA47-34AF-4E86-9BC6-72D53BD6A5E6}"/>
              </a:ext>
            </a:extLst>
          </p:cNvPr>
          <p:cNvSpPr/>
          <p:nvPr/>
        </p:nvSpPr>
        <p:spPr>
          <a:xfrm>
            <a:off x="9203801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41867ED2-D968-4399-8851-7B197C7DF746}"/>
              </a:ext>
            </a:extLst>
          </p:cNvPr>
          <p:cNvSpPr/>
          <p:nvPr/>
        </p:nvSpPr>
        <p:spPr>
          <a:xfrm>
            <a:off x="9410014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9" name="타원 288">
            <a:extLst>
              <a:ext uri="{FF2B5EF4-FFF2-40B4-BE49-F238E27FC236}">
                <a16:creationId xmlns:a16="http://schemas.microsoft.com/office/drawing/2014/main" id="{16ABF814-A23B-433D-856C-BFDE98423703}"/>
              </a:ext>
            </a:extLst>
          </p:cNvPr>
          <p:cNvSpPr/>
          <p:nvPr/>
        </p:nvSpPr>
        <p:spPr>
          <a:xfrm>
            <a:off x="961331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4ACB3CEB-7FD7-440D-B006-6AF54ED0E37F}"/>
              </a:ext>
            </a:extLst>
          </p:cNvPr>
          <p:cNvSpPr/>
          <p:nvPr/>
        </p:nvSpPr>
        <p:spPr>
          <a:xfrm>
            <a:off x="9816609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CE6747D3-CAC7-4B2B-8B0C-146A657D38A6}"/>
              </a:ext>
            </a:extLst>
          </p:cNvPr>
          <p:cNvSpPr/>
          <p:nvPr/>
        </p:nvSpPr>
        <p:spPr>
          <a:xfrm>
            <a:off x="1002282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4FA6A9EF-426C-4950-84AC-2A8535A7411F}"/>
              </a:ext>
            </a:extLst>
          </p:cNvPr>
          <p:cNvSpPr/>
          <p:nvPr/>
        </p:nvSpPr>
        <p:spPr>
          <a:xfrm>
            <a:off x="1022903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7FCEF067-28E8-4D56-9C9F-ADF8FA26FA6F}"/>
              </a:ext>
            </a:extLst>
          </p:cNvPr>
          <p:cNvSpPr/>
          <p:nvPr/>
        </p:nvSpPr>
        <p:spPr>
          <a:xfrm>
            <a:off x="1043524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B892E285-CBC7-4F9E-8ABC-93D04DA991EA}"/>
              </a:ext>
            </a:extLst>
          </p:cNvPr>
          <p:cNvSpPr/>
          <p:nvPr/>
        </p:nvSpPr>
        <p:spPr>
          <a:xfrm>
            <a:off x="1063854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C5AF9E9F-F306-42FF-B84F-EABD4C31B7A7}"/>
              </a:ext>
            </a:extLst>
          </p:cNvPr>
          <p:cNvSpPr/>
          <p:nvPr/>
        </p:nvSpPr>
        <p:spPr>
          <a:xfrm>
            <a:off x="879137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4FB43E9C-C21D-4685-AA93-D3FAF63F1410}"/>
              </a:ext>
            </a:extLst>
          </p:cNvPr>
          <p:cNvSpPr/>
          <p:nvPr/>
        </p:nvSpPr>
        <p:spPr>
          <a:xfrm>
            <a:off x="899758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AC77C2FC-AF75-42E5-8BE3-15DFE3963001}"/>
              </a:ext>
            </a:extLst>
          </p:cNvPr>
          <p:cNvSpPr/>
          <p:nvPr/>
        </p:nvSpPr>
        <p:spPr>
          <a:xfrm>
            <a:off x="9203801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3DF897D-6E00-4569-9647-9314D20EA532}"/>
              </a:ext>
            </a:extLst>
          </p:cNvPr>
          <p:cNvSpPr/>
          <p:nvPr/>
        </p:nvSpPr>
        <p:spPr>
          <a:xfrm>
            <a:off x="9410014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925E6AD2-4C87-4F86-B490-ECE3AD4FCA03}"/>
              </a:ext>
            </a:extLst>
          </p:cNvPr>
          <p:cNvSpPr/>
          <p:nvPr/>
        </p:nvSpPr>
        <p:spPr>
          <a:xfrm>
            <a:off x="961331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67FC575A-D578-42C4-903D-F791EF45C96D}"/>
              </a:ext>
            </a:extLst>
          </p:cNvPr>
          <p:cNvSpPr/>
          <p:nvPr/>
        </p:nvSpPr>
        <p:spPr>
          <a:xfrm>
            <a:off x="9816609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E8D4CF65-3ED7-49D0-A76F-5D8FBE7F969A}"/>
              </a:ext>
            </a:extLst>
          </p:cNvPr>
          <p:cNvSpPr/>
          <p:nvPr/>
        </p:nvSpPr>
        <p:spPr>
          <a:xfrm>
            <a:off x="1002282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20694598-DA33-4B94-BE7A-B0B05B5AB313}"/>
              </a:ext>
            </a:extLst>
          </p:cNvPr>
          <p:cNvSpPr/>
          <p:nvPr/>
        </p:nvSpPr>
        <p:spPr>
          <a:xfrm>
            <a:off x="1022903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F99AC6EF-E02C-4A9F-8F3C-AD3580B25990}"/>
              </a:ext>
            </a:extLst>
          </p:cNvPr>
          <p:cNvSpPr/>
          <p:nvPr/>
        </p:nvSpPr>
        <p:spPr>
          <a:xfrm>
            <a:off x="1043524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01134AC9-7C5B-4A59-B45F-41CACD94EEA7}"/>
              </a:ext>
            </a:extLst>
          </p:cNvPr>
          <p:cNvSpPr/>
          <p:nvPr/>
        </p:nvSpPr>
        <p:spPr>
          <a:xfrm>
            <a:off x="1063854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5DA9CB7-B163-4370-A7B8-269756868E11}"/>
              </a:ext>
            </a:extLst>
          </p:cNvPr>
          <p:cNvSpPr/>
          <p:nvPr/>
        </p:nvSpPr>
        <p:spPr>
          <a:xfrm>
            <a:off x="879137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A7170C5-8CDE-4B96-92FA-19C80EADC34E}"/>
              </a:ext>
            </a:extLst>
          </p:cNvPr>
          <p:cNvSpPr/>
          <p:nvPr/>
        </p:nvSpPr>
        <p:spPr>
          <a:xfrm>
            <a:off x="899758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4ED91098-AB2B-4B73-A485-E9B311513029}"/>
              </a:ext>
            </a:extLst>
          </p:cNvPr>
          <p:cNvSpPr/>
          <p:nvPr/>
        </p:nvSpPr>
        <p:spPr>
          <a:xfrm>
            <a:off x="9203801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1D92CA7-71AE-4DA0-BF2B-D848DEECB648}"/>
              </a:ext>
            </a:extLst>
          </p:cNvPr>
          <p:cNvSpPr/>
          <p:nvPr/>
        </p:nvSpPr>
        <p:spPr>
          <a:xfrm>
            <a:off x="9410014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78F3CDA6-FD6E-4CA1-96A4-C165441EF627}"/>
              </a:ext>
            </a:extLst>
          </p:cNvPr>
          <p:cNvSpPr/>
          <p:nvPr/>
        </p:nvSpPr>
        <p:spPr>
          <a:xfrm>
            <a:off x="961331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타원 309">
            <a:extLst>
              <a:ext uri="{FF2B5EF4-FFF2-40B4-BE49-F238E27FC236}">
                <a16:creationId xmlns:a16="http://schemas.microsoft.com/office/drawing/2014/main" id="{096CE670-7665-4587-81BC-9EB27EEE27CB}"/>
              </a:ext>
            </a:extLst>
          </p:cNvPr>
          <p:cNvSpPr/>
          <p:nvPr/>
        </p:nvSpPr>
        <p:spPr>
          <a:xfrm>
            <a:off x="9816609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F59DE6AC-A245-4FEC-8BD6-2D376C90E639}"/>
              </a:ext>
            </a:extLst>
          </p:cNvPr>
          <p:cNvSpPr/>
          <p:nvPr/>
        </p:nvSpPr>
        <p:spPr>
          <a:xfrm>
            <a:off x="1002282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6EC43AE8-6423-4A61-878A-B8A99039EBD0}"/>
              </a:ext>
            </a:extLst>
          </p:cNvPr>
          <p:cNvSpPr/>
          <p:nvPr/>
        </p:nvSpPr>
        <p:spPr>
          <a:xfrm>
            <a:off x="1022903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096D4141-8DDC-4F8F-A9DF-6D57EC519E3F}"/>
              </a:ext>
            </a:extLst>
          </p:cNvPr>
          <p:cNvSpPr/>
          <p:nvPr/>
        </p:nvSpPr>
        <p:spPr>
          <a:xfrm>
            <a:off x="1043524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FE3CE61B-2F94-4457-AA44-6EF29966BC87}"/>
              </a:ext>
            </a:extLst>
          </p:cNvPr>
          <p:cNvSpPr/>
          <p:nvPr/>
        </p:nvSpPr>
        <p:spPr>
          <a:xfrm>
            <a:off x="1063854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CA7654AD-52B7-45DA-95A3-BEDACFF1E956}"/>
              </a:ext>
            </a:extLst>
          </p:cNvPr>
          <p:cNvSpPr/>
          <p:nvPr/>
        </p:nvSpPr>
        <p:spPr>
          <a:xfrm>
            <a:off x="879137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6" name="타원 315">
            <a:extLst>
              <a:ext uri="{FF2B5EF4-FFF2-40B4-BE49-F238E27FC236}">
                <a16:creationId xmlns:a16="http://schemas.microsoft.com/office/drawing/2014/main" id="{FBDDE1E4-19D1-4589-9AE2-4FA16D391FC1}"/>
              </a:ext>
            </a:extLst>
          </p:cNvPr>
          <p:cNvSpPr/>
          <p:nvPr/>
        </p:nvSpPr>
        <p:spPr>
          <a:xfrm>
            <a:off x="899758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77008C93-A039-4CA2-80EA-F75C702D9C3B}"/>
              </a:ext>
            </a:extLst>
          </p:cNvPr>
          <p:cNvSpPr/>
          <p:nvPr/>
        </p:nvSpPr>
        <p:spPr>
          <a:xfrm>
            <a:off x="9203801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타원 317">
            <a:extLst>
              <a:ext uri="{FF2B5EF4-FFF2-40B4-BE49-F238E27FC236}">
                <a16:creationId xmlns:a16="http://schemas.microsoft.com/office/drawing/2014/main" id="{CC62059F-AF85-4EC2-A0CF-54D763D6C41D}"/>
              </a:ext>
            </a:extLst>
          </p:cNvPr>
          <p:cNvSpPr/>
          <p:nvPr/>
        </p:nvSpPr>
        <p:spPr>
          <a:xfrm>
            <a:off x="9410014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67AB4F46-D0B6-40E0-A9D5-6189B7D50E37}"/>
              </a:ext>
            </a:extLst>
          </p:cNvPr>
          <p:cNvSpPr/>
          <p:nvPr/>
        </p:nvSpPr>
        <p:spPr>
          <a:xfrm>
            <a:off x="961331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FD8ABB3C-87D8-4A6C-A1B9-18EFDF38DE1B}"/>
              </a:ext>
            </a:extLst>
          </p:cNvPr>
          <p:cNvSpPr/>
          <p:nvPr/>
        </p:nvSpPr>
        <p:spPr>
          <a:xfrm>
            <a:off x="9816609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08E469B4-2920-4290-861C-180BAA583F64}"/>
              </a:ext>
            </a:extLst>
          </p:cNvPr>
          <p:cNvSpPr/>
          <p:nvPr/>
        </p:nvSpPr>
        <p:spPr>
          <a:xfrm>
            <a:off x="1002282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EE6B2FE7-BD6E-4136-84BB-E93E2651D7D4}"/>
              </a:ext>
            </a:extLst>
          </p:cNvPr>
          <p:cNvSpPr/>
          <p:nvPr/>
        </p:nvSpPr>
        <p:spPr>
          <a:xfrm>
            <a:off x="1022903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FF9F2EFF-89EB-4DCD-821D-F90246A2A1A7}"/>
              </a:ext>
            </a:extLst>
          </p:cNvPr>
          <p:cNvSpPr/>
          <p:nvPr/>
        </p:nvSpPr>
        <p:spPr>
          <a:xfrm>
            <a:off x="1043524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CAF75E3B-10FF-4D0F-BA74-1CDA00A4B157}"/>
              </a:ext>
            </a:extLst>
          </p:cNvPr>
          <p:cNvSpPr/>
          <p:nvPr/>
        </p:nvSpPr>
        <p:spPr>
          <a:xfrm>
            <a:off x="1063854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타원 324">
            <a:extLst>
              <a:ext uri="{FF2B5EF4-FFF2-40B4-BE49-F238E27FC236}">
                <a16:creationId xmlns:a16="http://schemas.microsoft.com/office/drawing/2014/main" id="{DC723B2E-D16F-4D2B-B259-9797AD46F1B3}"/>
              </a:ext>
            </a:extLst>
          </p:cNvPr>
          <p:cNvSpPr/>
          <p:nvPr/>
        </p:nvSpPr>
        <p:spPr>
          <a:xfrm>
            <a:off x="879137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타원 325">
            <a:extLst>
              <a:ext uri="{FF2B5EF4-FFF2-40B4-BE49-F238E27FC236}">
                <a16:creationId xmlns:a16="http://schemas.microsoft.com/office/drawing/2014/main" id="{4FB17D81-F7AD-4F16-89C0-464F22C7789B}"/>
              </a:ext>
            </a:extLst>
          </p:cNvPr>
          <p:cNvSpPr/>
          <p:nvPr/>
        </p:nvSpPr>
        <p:spPr>
          <a:xfrm>
            <a:off x="899758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타원 326">
            <a:extLst>
              <a:ext uri="{FF2B5EF4-FFF2-40B4-BE49-F238E27FC236}">
                <a16:creationId xmlns:a16="http://schemas.microsoft.com/office/drawing/2014/main" id="{3920AC33-BA60-41CA-A02B-45232C492B44}"/>
              </a:ext>
            </a:extLst>
          </p:cNvPr>
          <p:cNvSpPr/>
          <p:nvPr/>
        </p:nvSpPr>
        <p:spPr>
          <a:xfrm>
            <a:off x="9203801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19F97DE1-0BA6-49C7-9D85-7B4A6D89089D}"/>
              </a:ext>
            </a:extLst>
          </p:cNvPr>
          <p:cNvSpPr/>
          <p:nvPr/>
        </p:nvSpPr>
        <p:spPr>
          <a:xfrm>
            <a:off x="9410014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C33C6DF2-56B3-4CA3-80F8-D3088FB44802}"/>
              </a:ext>
            </a:extLst>
          </p:cNvPr>
          <p:cNvSpPr/>
          <p:nvPr/>
        </p:nvSpPr>
        <p:spPr>
          <a:xfrm>
            <a:off x="961331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타원 329">
            <a:extLst>
              <a:ext uri="{FF2B5EF4-FFF2-40B4-BE49-F238E27FC236}">
                <a16:creationId xmlns:a16="http://schemas.microsoft.com/office/drawing/2014/main" id="{D5F3AB7D-7D81-4849-A507-71E1FA180B74}"/>
              </a:ext>
            </a:extLst>
          </p:cNvPr>
          <p:cNvSpPr/>
          <p:nvPr/>
        </p:nvSpPr>
        <p:spPr>
          <a:xfrm>
            <a:off x="9816609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1" name="타원 330">
            <a:extLst>
              <a:ext uri="{FF2B5EF4-FFF2-40B4-BE49-F238E27FC236}">
                <a16:creationId xmlns:a16="http://schemas.microsoft.com/office/drawing/2014/main" id="{D0CF1E81-1649-4D45-8136-11505B9957A0}"/>
              </a:ext>
            </a:extLst>
          </p:cNvPr>
          <p:cNvSpPr/>
          <p:nvPr/>
        </p:nvSpPr>
        <p:spPr>
          <a:xfrm>
            <a:off x="1002282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9C094B28-5C93-4844-8064-7AE119F65C8F}"/>
              </a:ext>
            </a:extLst>
          </p:cNvPr>
          <p:cNvSpPr/>
          <p:nvPr/>
        </p:nvSpPr>
        <p:spPr>
          <a:xfrm>
            <a:off x="1022903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타원 332">
            <a:extLst>
              <a:ext uri="{FF2B5EF4-FFF2-40B4-BE49-F238E27FC236}">
                <a16:creationId xmlns:a16="http://schemas.microsoft.com/office/drawing/2014/main" id="{45DF41F9-209D-425D-BCBE-F668C324F075}"/>
              </a:ext>
            </a:extLst>
          </p:cNvPr>
          <p:cNvSpPr/>
          <p:nvPr/>
        </p:nvSpPr>
        <p:spPr>
          <a:xfrm>
            <a:off x="1043524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타원 333">
            <a:extLst>
              <a:ext uri="{FF2B5EF4-FFF2-40B4-BE49-F238E27FC236}">
                <a16:creationId xmlns:a16="http://schemas.microsoft.com/office/drawing/2014/main" id="{AB3209F5-78AC-44AF-9B9B-4D222AE51B0C}"/>
              </a:ext>
            </a:extLst>
          </p:cNvPr>
          <p:cNvSpPr/>
          <p:nvPr/>
        </p:nvSpPr>
        <p:spPr>
          <a:xfrm>
            <a:off x="1063854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37A7A3EC-0D84-4C88-BB2F-116E7DFF474F}"/>
              </a:ext>
            </a:extLst>
          </p:cNvPr>
          <p:cNvSpPr/>
          <p:nvPr/>
        </p:nvSpPr>
        <p:spPr>
          <a:xfrm>
            <a:off x="8791376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타원 335">
            <a:extLst>
              <a:ext uri="{FF2B5EF4-FFF2-40B4-BE49-F238E27FC236}">
                <a16:creationId xmlns:a16="http://schemas.microsoft.com/office/drawing/2014/main" id="{B16D89FF-85B2-4650-AF99-DBFCE4C4BB64}"/>
              </a:ext>
            </a:extLst>
          </p:cNvPr>
          <p:cNvSpPr/>
          <p:nvPr/>
        </p:nvSpPr>
        <p:spPr>
          <a:xfrm>
            <a:off x="8997588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타원 336">
            <a:extLst>
              <a:ext uri="{FF2B5EF4-FFF2-40B4-BE49-F238E27FC236}">
                <a16:creationId xmlns:a16="http://schemas.microsoft.com/office/drawing/2014/main" id="{22E1E115-8B19-44BF-A1C4-5AA759927AA4}"/>
              </a:ext>
            </a:extLst>
          </p:cNvPr>
          <p:cNvSpPr/>
          <p:nvPr/>
        </p:nvSpPr>
        <p:spPr>
          <a:xfrm>
            <a:off x="9203801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E9ECD2D2-3E8E-4D90-8BC3-06EB6A6F051C}"/>
              </a:ext>
            </a:extLst>
          </p:cNvPr>
          <p:cNvSpPr/>
          <p:nvPr/>
        </p:nvSpPr>
        <p:spPr>
          <a:xfrm>
            <a:off x="9410014" y="3561587"/>
            <a:ext cx="132776" cy="132776"/>
          </a:xfrm>
          <a:prstGeom prst="ellipse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DC66DD5-E311-4999-909D-83DB6CB597FF}"/>
              </a:ext>
            </a:extLst>
          </p:cNvPr>
          <p:cNvSpPr/>
          <p:nvPr/>
        </p:nvSpPr>
        <p:spPr>
          <a:xfrm>
            <a:off x="961331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14EBAC01-8DB3-414D-9C7C-A9C66D1D7BB4}"/>
              </a:ext>
            </a:extLst>
          </p:cNvPr>
          <p:cNvSpPr/>
          <p:nvPr/>
        </p:nvSpPr>
        <p:spPr>
          <a:xfrm>
            <a:off x="9816609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7D8FE88D-CF83-4708-90B7-3164D67B89AC}"/>
              </a:ext>
            </a:extLst>
          </p:cNvPr>
          <p:cNvSpPr/>
          <p:nvPr/>
        </p:nvSpPr>
        <p:spPr>
          <a:xfrm>
            <a:off x="1002282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32E69018-6615-46D7-84F3-B1E03E04791F}"/>
              </a:ext>
            </a:extLst>
          </p:cNvPr>
          <p:cNvSpPr/>
          <p:nvPr/>
        </p:nvSpPr>
        <p:spPr>
          <a:xfrm>
            <a:off x="1022903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3" name="타원 342">
            <a:extLst>
              <a:ext uri="{FF2B5EF4-FFF2-40B4-BE49-F238E27FC236}">
                <a16:creationId xmlns:a16="http://schemas.microsoft.com/office/drawing/2014/main" id="{B63C3ED3-D943-4FF1-923D-FC7421F6F8C9}"/>
              </a:ext>
            </a:extLst>
          </p:cNvPr>
          <p:cNvSpPr/>
          <p:nvPr/>
        </p:nvSpPr>
        <p:spPr>
          <a:xfrm>
            <a:off x="10435248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F327CF8A-8A12-44FE-B101-E75F7A544789}"/>
              </a:ext>
            </a:extLst>
          </p:cNvPr>
          <p:cNvSpPr/>
          <p:nvPr/>
        </p:nvSpPr>
        <p:spPr>
          <a:xfrm>
            <a:off x="1063854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타원 344">
            <a:extLst>
              <a:ext uri="{FF2B5EF4-FFF2-40B4-BE49-F238E27FC236}">
                <a16:creationId xmlns:a16="http://schemas.microsoft.com/office/drawing/2014/main" id="{0C9F9AC0-5004-4E45-A2F9-4B0EEF8962A9}"/>
              </a:ext>
            </a:extLst>
          </p:cNvPr>
          <p:cNvSpPr/>
          <p:nvPr/>
        </p:nvSpPr>
        <p:spPr>
          <a:xfrm>
            <a:off x="879137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6" name="타원 345">
            <a:extLst>
              <a:ext uri="{FF2B5EF4-FFF2-40B4-BE49-F238E27FC236}">
                <a16:creationId xmlns:a16="http://schemas.microsoft.com/office/drawing/2014/main" id="{0A639A84-1E2A-4E59-A0AD-00DF33B324A0}"/>
              </a:ext>
            </a:extLst>
          </p:cNvPr>
          <p:cNvSpPr/>
          <p:nvPr/>
        </p:nvSpPr>
        <p:spPr>
          <a:xfrm>
            <a:off x="899758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타원 346">
            <a:extLst>
              <a:ext uri="{FF2B5EF4-FFF2-40B4-BE49-F238E27FC236}">
                <a16:creationId xmlns:a16="http://schemas.microsoft.com/office/drawing/2014/main" id="{FF06FFEB-A85F-4F10-BC48-675860710F0B}"/>
              </a:ext>
            </a:extLst>
          </p:cNvPr>
          <p:cNvSpPr/>
          <p:nvPr/>
        </p:nvSpPr>
        <p:spPr>
          <a:xfrm>
            <a:off x="9203801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8" name="타원 347">
            <a:extLst>
              <a:ext uri="{FF2B5EF4-FFF2-40B4-BE49-F238E27FC236}">
                <a16:creationId xmlns:a16="http://schemas.microsoft.com/office/drawing/2014/main" id="{B0F4699A-68F8-4431-8673-9087C52D6ECC}"/>
              </a:ext>
            </a:extLst>
          </p:cNvPr>
          <p:cNvSpPr/>
          <p:nvPr/>
        </p:nvSpPr>
        <p:spPr>
          <a:xfrm>
            <a:off x="9410014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타원 348">
            <a:extLst>
              <a:ext uri="{FF2B5EF4-FFF2-40B4-BE49-F238E27FC236}">
                <a16:creationId xmlns:a16="http://schemas.microsoft.com/office/drawing/2014/main" id="{74CF5F4D-9FB7-4C06-A080-9271E3241925}"/>
              </a:ext>
            </a:extLst>
          </p:cNvPr>
          <p:cNvSpPr/>
          <p:nvPr/>
        </p:nvSpPr>
        <p:spPr>
          <a:xfrm>
            <a:off x="961331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66022F0E-AEC8-4D51-ABBA-6D5BD71AE2BA}"/>
              </a:ext>
            </a:extLst>
          </p:cNvPr>
          <p:cNvSpPr/>
          <p:nvPr/>
        </p:nvSpPr>
        <p:spPr>
          <a:xfrm>
            <a:off x="9816609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0752280A-E5CC-43D5-9B47-D48944B1428C}"/>
              </a:ext>
            </a:extLst>
          </p:cNvPr>
          <p:cNvSpPr/>
          <p:nvPr/>
        </p:nvSpPr>
        <p:spPr>
          <a:xfrm>
            <a:off x="1002282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타원 351">
            <a:extLst>
              <a:ext uri="{FF2B5EF4-FFF2-40B4-BE49-F238E27FC236}">
                <a16:creationId xmlns:a16="http://schemas.microsoft.com/office/drawing/2014/main" id="{550B088F-6489-4917-860A-0387C3E86542}"/>
              </a:ext>
            </a:extLst>
          </p:cNvPr>
          <p:cNvSpPr/>
          <p:nvPr/>
        </p:nvSpPr>
        <p:spPr>
          <a:xfrm>
            <a:off x="1022903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3" name="타원 352">
            <a:extLst>
              <a:ext uri="{FF2B5EF4-FFF2-40B4-BE49-F238E27FC236}">
                <a16:creationId xmlns:a16="http://schemas.microsoft.com/office/drawing/2014/main" id="{B3683E4E-9946-48AF-9B65-D0E1E6BA8433}"/>
              </a:ext>
            </a:extLst>
          </p:cNvPr>
          <p:cNvSpPr/>
          <p:nvPr/>
        </p:nvSpPr>
        <p:spPr>
          <a:xfrm>
            <a:off x="1043524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4" name="타원 353">
            <a:extLst>
              <a:ext uri="{FF2B5EF4-FFF2-40B4-BE49-F238E27FC236}">
                <a16:creationId xmlns:a16="http://schemas.microsoft.com/office/drawing/2014/main" id="{A87FB73A-E27F-4620-9DA0-919F59CC0B8E}"/>
              </a:ext>
            </a:extLst>
          </p:cNvPr>
          <p:cNvSpPr/>
          <p:nvPr/>
        </p:nvSpPr>
        <p:spPr>
          <a:xfrm>
            <a:off x="1063854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타원 354">
            <a:extLst>
              <a:ext uri="{FF2B5EF4-FFF2-40B4-BE49-F238E27FC236}">
                <a16:creationId xmlns:a16="http://schemas.microsoft.com/office/drawing/2014/main" id="{9A89C3B1-A7AE-449C-9042-AC1F751E0DB1}"/>
              </a:ext>
            </a:extLst>
          </p:cNvPr>
          <p:cNvSpPr/>
          <p:nvPr/>
        </p:nvSpPr>
        <p:spPr>
          <a:xfrm>
            <a:off x="879137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타원 355">
            <a:extLst>
              <a:ext uri="{FF2B5EF4-FFF2-40B4-BE49-F238E27FC236}">
                <a16:creationId xmlns:a16="http://schemas.microsoft.com/office/drawing/2014/main" id="{42DD2018-9C55-420A-9BB4-6556D54514E9}"/>
              </a:ext>
            </a:extLst>
          </p:cNvPr>
          <p:cNvSpPr/>
          <p:nvPr/>
        </p:nvSpPr>
        <p:spPr>
          <a:xfrm>
            <a:off x="899758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7" name="타원 356">
            <a:extLst>
              <a:ext uri="{FF2B5EF4-FFF2-40B4-BE49-F238E27FC236}">
                <a16:creationId xmlns:a16="http://schemas.microsoft.com/office/drawing/2014/main" id="{704DFEBF-148D-47E2-A0DC-9A5841699D47}"/>
              </a:ext>
            </a:extLst>
          </p:cNvPr>
          <p:cNvSpPr/>
          <p:nvPr/>
        </p:nvSpPr>
        <p:spPr>
          <a:xfrm>
            <a:off x="9203801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타원 357">
            <a:extLst>
              <a:ext uri="{FF2B5EF4-FFF2-40B4-BE49-F238E27FC236}">
                <a16:creationId xmlns:a16="http://schemas.microsoft.com/office/drawing/2014/main" id="{5994808D-954C-45CF-88AD-9DB63016D296}"/>
              </a:ext>
            </a:extLst>
          </p:cNvPr>
          <p:cNvSpPr/>
          <p:nvPr/>
        </p:nvSpPr>
        <p:spPr>
          <a:xfrm>
            <a:off x="9410014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타원 358">
            <a:extLst>
              <a:ext uri="{FF2B5EF4-FFF2-40B4-BE49-F238E27FC236}">
                <a16:creationId xmlns:a16="http://schemas.microsoft.com/office/drawing/2014/main" id="{2BFA796F-35E1-40D9-BCA0-C67F32A55046}"/>
              </a:ext>
            </a:extLst>
          </p:cNvPr>
          <p:cNvSpPr/>
          <p:nvPr/>
        </p:nvSpPr>
        <p:spPr>
          <a:xfrm>
            <a:off x="961331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0" name="타원 359">
            <a:extLst>
              <a:ext uri="{FF2B5EF4-FFF2-40B4-BE49-F238E27FC236}">
                <a16:creationId xmlns:a16="http://schemas.microsoft.com/office/drawing/2014/main" id="{A7057F16-AA57-4A53-9463-81DDC2F2849D}"/>
              </a:ext>
            </a:extLst>
          </p:cNvPr>
          <p:cNvSpPr/>
          <p:nvPr/>
        </p:nvSpPr>
        <p:spPr>
          <a:xfrm>
            <a:off x="9816609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DC020F34-B0A3-48CD-9A20-A573393708C3}"/>
              </a:ext>
            </a:extLst>
          </p:cNvPr>
          <p:cNvSpPr/>
          <p:nvPr/>
        </p:nvSpPr>
        <p:spPr>
          <a:xfrm>
            <a:off x="1002282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0B1E4C1A-6CA1-4FCB-88D3-40630A561CAC}"/>
              </a:ext>
            </a:extLst>
          </p:cNvPr>
          <p:cNvSpPr/>
          <p:nvPr/>
        </p:nvSpPr>
        <p:spPr>
          <a:xfrm>
            <a:off x="1022903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61B40E40-AC93-4284-8155-0D15CA64D38B}"/>
              </a:ext>
            </a:extLst>
          </p:cNvPr>
          <p:cNvSpPr/>
          <p:nvPr/>
        </p:nvSpPr>
        <p:spPr>
          <a:xfrm>
            <a:off x="1043524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4" name="타원 363">
            <a:extLst>
              <a:ext uri="{FF2B5EF4-FFF2-40B4-BE49-F238E27FC236}">
                <a16:creationId xmlns:a16="http://schemas.microsoft.com/office/drawing/2014/main" id="{B4385E2A-3BC4-483A-9F04-49D53B491D3C}"/>
              </a:ext>
            </a:extLst>
          </p:cNvPr>
          <p:cNvSpPr/>
          <p:nvPr/>
        </p:nvSpPr>
        <p:spPr>
          <a:xfrm>
            <a:off x="1063854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DD505BF4-57BD-4C25-8CD0-8388DDCACE9C}"/>
              </a:ext>
            </a:extLst>
          </p:cNvPr>
          <p:cNvSpPr/>
          <p:nvPr/>
        </p:nvSpPr>
        <p:spPr>
          <a:xfrm>
            <a:off x="879137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타원 365">
            <a:extLst>
              <a:ext uri="{FF2B5EF4-FFF2-40B4-BE49-F238E27FC236}">
                <a16:creationId xmlns:a16="http://schemas.microsoft.com/office/drawing/2014/main" id="{41B28C22-0F9E-4DDC-82EA-7AD872645054}"/>
              </a:ext>
            </a:extLst>
          </p:cNvPr>
          <p:cNvSpPr/>
          <p:nvPr/>
        </p:nvSpPr>
        <p:spPr>
          <a:xfrm>
            <a:off x="899758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7" name="타원 366">
            <a:extLst>
              <a:ext uri="{FF2B5EF4-FFF2-40B4-BE49-F238E27FC236}">
                <a16:creationId xmlns:a16="http://schemas.microsoft.com/office/drawing/2014/main" id="{26B81746-E832-41F6-B771-585B71A36F5C}"/>
              </a:ext>
            </a:extLst>
          </p:cNvPr>
          <p:cNvSpPr/>
          <p:nvPr/>
        </p:nvSpPr>
        <p:spPr>
          <a:xfrm>
            <a:off x="9203801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타원 367">
            <a:extLst>
              <a:ext uri="{FF2B5EF4-FFF2-40B4-BE49-F238E27FC236}">
                <a16:creationId xmlns:a16="http://schemas.microsoft.com/office/drawing/2014/main" id="{C14CAAC3-DBAF-41B3-B09B-76228726DAF1}"/>
              </a:ext>
            </a:extLst>
          </p:cNvPr>
          <p:cNvSpPr/>
          <p:nvPr/>
        </p:nvSpPr>
        <p:spPr>
          <a:xfrm>
            <a:off x="9410014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9" name="타원 368">
            <a:extLst>
              <a:ext uri="{FF2B5EF4-FFF2-40B4-BE49-F238E27FC236}">
                <a16:creationId xmlns:a16="http://schemas.microsoft.com/office/drawing/2014/main" id="{3E1FE9DC-98CC-44AC-9456-40BE4A8BDB16}"/>
              </a:ext>
            </a:extLst>
          </p:cNvPr>
          <p:cNvSpPr/>
          <p:nvPr/>
        </p:nvSpPr>
        <p:spPr>
          <a:xfrm>
            <a:off x="961331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0" name="타원 369">
            <a:extLst>
              <a:ext uri="{FF2B5EF4-FFF2-40B4-BE49-F238E27FC236}">
                <a16:creationId xmlns:a16="http://schemas.microsoft.com/office/drawing/2014/main" id="{090D4A6E-55F0-42A7-BB79-513FBCDAC8A7}"/>
              </a:ext>
            </a:extLst>
          </p:cNvPr>
          <p:cNvSpPr/>
          <p:nvPr/>
        </p:nvSpPr>
        <p:spPr>
          <a:xfrm>
            <a:off x="9816609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타원 370">
            <a:extLst>
              <a:ext uri="{FF2B5EF4-FFF2-40B4-BE49-F238E27FC236}">
                <a16:creationId xmlns:a16="http://schemas.microsoft.com/office/drawing/2014/main" id="{BA5F4480-4B08-4DE6-84C0-ABF596F427E9}"/>
              </a:ext>
            </a:extLst>
          </p:cNvPr>
          <p:cNvSpPr/>
          <p:nvPr/>
        </p:nvSpPr>
        <p:spPr>
          <a:xfrm>
            <a:off x="1002282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타원 371">
            <a:extLst>
              <a:ext uri="{FF2B5EF4-FFF2-40B4-BE49-F238E27FC236}">
                <a16:creationId xmlns:a16="http://schemas.microsoft.com/office/drawing/2014/main" id="{DC45C49F-6E1A-47AF-B2E1-4C385E97AF28}"/>
              </a:ext>
            </a:extLst>
          </p:cNvPr>
          <p:cNvSpPr/>
          <p:nvPr/>
        </p:nvSpPr>
        <p:spPr>
          <a:xfrm>
            <a:off x="1022903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3" name="타원 372">
            <a:extLst>
              <a:ext uri="{FF2B5EF4-FFF2-40B4-BE49-F238E27FC236}">
                <a16:creationId xmlns:a16="http://schemas.microsoft.com/office/drawing/2014/main" id="{BF3096B5-669D-4B67-8042-2A234CADB705}"/>
              </a:ext>
            </a:extLst>
          </p:cNvPr>
          <p:cNvSpPr/>
          <p:nvPr/>
        </p:nvSpPr>
        <p:spPr>
          <a:xfrm>
            <a:off x="1043524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4" name="타원 373">
            <a:extLst>
              <a:ext uri="{FF2B5EF4-FFF2-40B4-BE49-F238E27FC236}">
                <a16:creationId xmlns:a16="http://schemas.microsoft.com/office/drawing/2014/main" id="{8C8A3EAE-E356-40A0-8BA5-198E1DEE8711}"/>
              </a:ext>
            </a:extLst>
          </p:cNvPr>
          <p:cNvSpPr/>
          <p:nvPr/>
        </p:nvSpPr>
        <p:spPr>
          <a:xfrm>
            <a:off x="1063854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9E1CFB9A-F458-45CE-A45C-EAC4ED6166E5}"/>
              </a:ext>
            </a:extLst>
          </p:cNvPr>
          <p:cNvSpPr txBox="1"/>
          <p:nvPr/>
        </p:nvSpPr>
        <p:spPr>
          <a:xfrm>
            <a:off x="8812716" y="1860965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6F886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63%</a:t>
            </a:r>
            <a:endParaRPr lang="ko-KR" altLang="en-US" sz="2000" dirty="0">
              <a:solidFill>
                <a:srgbClr val="6F886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A9618551-A6AB-459C-9046-6396426128E6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CFF1C7D0-5598-41A4-9DE7-2E174D26099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F127988-116A-4B46-BDFA-B389F68B04E2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AFB31116-B2CA-443F-BE70-E57ED53A8A06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AAFA4122-FAB3-4B77-A66F-FFAC496B8682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664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7DD10B1-BA17-44C4-926E-227F180E8EB4}"/>
              </a:ext>
            </a:extLst>
          </p:cNvPr>
          <p:cNvGrpSpPr/>
          <p:nvPr/>
        </p:nvGrpSpPr>
        <p:grpSpPr>
          <a:xfrm>
            <a:off x="835928" y="1809807"/>
            <a:ext cx="10520144" cy="4272603"/>
            <a:chOff x="568403" y="1908900"/>
            <a:chExt cx="11055193" cy="4489905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53E0D202-A4C1-40BC-BE25-89839AAF58EF}"/>
                </a:ext>
              </a:extLst>
            </p:cNvPr>
            <p:cNvSpPr/>
            <p:nvPr/>
          </p:nvSpPr>
          <p:spPr>
            <a:xfrm>
              <a:off x="948717" y="1908900"/>
              <a:ext cx="2050874" cy="2050874"/>
            </a:xfrm>
            <a:prstGeom prst="ellipse">
              <a:avLst/>
            </a:prstGeom>
            <a:solidFill>
              <a:srgbClr val="C7DBD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CF5FE6C-B823-468B-B71C-34931398427E}"/>
                </a:ext>
              </a:extLst>
            </p:cNvPr>
            <p:cNvSpPr/>
            <p:nvPr/>
          </p:nvSpPr>
          <p:spPr>
            <a:xfrm>
              <a:off x="1142354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698A68-7AA5-4408-B8C8-567D2CF1C03C}"/>
                </a:ext>
              </a:extLst>
            </p:cNvPr>
            <p:cNvSpPr/>
            <p:nvPr/>
          </p:nvSpPr>
          <p:spPr>
            <a:xfrm>
              <a:off x="3686584" y="1908900"/>
              <a:ext cx="2050874" cy="2050874"/>
            </a:xfrm>
            <a:prstGeom prst="ellipse">
              <a:avLst/>
            </a:prstGeom>
            <a:solidFill>
              <a:srgbClr val="A4C4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1BF58B7-18F2-407C-ADA8-24D3187F7BCD}"/>
                </a:ext>
              </a:extLst>
            </p:cNvPr>
            <p:cNvSpPr/>
            <p:nvPr/>
          </p:nvSpPr>
          <p:spPr>
            <a:xfrm>
              <a:off x="3880221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79DA97B-5E1C-45C3-B175-F00932A7968A}"/>
                </a:ext>
              </a:extLst>
            </p:cNvPr>
            <p:cNvSpPr/>
            <p:nvPr/>
          </p:nvSpPr>
          <p:spPr>
            <a:xfrm>
              <a:off x="6424451" y="1908900"/>
              <a:ext cx="2050874" cy="2050874"/>
            </a:xfrm>
            <a:prstGeom prst="ellipse">
              <a:avLst/>
            </a:prstGeom>
            <a:solidFill>
              <a:srgbClr val="85B1A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58DDAFB-422A-4F9F-AC29-32831668F13F}"/>
                </a:ext>
              </a:extLst>
            </p:cNvPr>
            <p:cNvSpPr/>
            <p:nvPr/>
          </p:nvSpPr>
          <p:spPr>
            <a:xfrm>
              <a:off x="6618089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0ADD060-2B84-4007-88C7-A1DC04BB66F5}"/>
                </a:ext>
              </a:extLst>
            </p:cNvPr>
            <p:cNvSpPr/>
            <p:nvPr/>
          </p:nvSpPr>
          <p:spPr>
            <a:xfrm>
              <a:off x="9162319" y="1908900"/>
              <a:ext cx="2050874" cy="2050874"/>
            </a:xfrm>
            <a:prstGeom prst="ellipse">
              <a:avLst/>
            </a:prstGeom>
            <a:solidFill>
              <a:srgbClr val="41878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042BEB0-9511-431D-B4A9-36A72E373A6C}"/>
                </a:ext>
              </a:extLst>
            </p:cNvPr>
            <p:cNvSpPr/>
            <p:nvPr/>
          </p:nvSpPr>
          <p:spPr>
            <a:xfrm>
              <a:off x="9355956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래픽 10" descr="막대 그래프 상향 추세 단색으로 채워진">
              <a:extLst>
                <a:ext uri="{FF2B5EF4-FFF2-40B4-BE49-F238E27FC236}">
                  <a16:creationId xmlns:a16="http://schemas.microsoft.com/office/drawing/2014/main" id="{2DAE5AD2-D7E7-48E0-BAEA-82045435A9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98130" y="2484381"/>
              <a:ext cx="807310" cy="807309"/>
            </a:xfrm>
            <a:prstGeom prst="rect">
              <a:avLst/>
            </a:prstGeom>
          </p:spPr>
        </p:pic>
        <p:pic>
          <p:nvPicPr>
            <p:cNvPr id="13" name="그래픽 12" descr="비즈니스 성장 단색으로 채워진">
              <a:extLst>
                <a:ext uri="{FF2B5EF4-FFF2-40B4-BE49-F238E27FC236}">
                  <a16:creationId xmlns:a16="http://schemas.microsoft.com/office/drawing/2014/main" id="{7A8D0CF8-5750-4450-9BFD-182FE05BF6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55503" y="2484381"/>
              <a:ext cx="807310" cy="807309"/>
            </a:xfrm>
            <a:prstGeom prst="rect">
              <a:avLst/>
            </a:prstGeom>
          </p:spPr>
        </p:pic>
        <p:pic>
          <p:nvPicPr>
            <p:cNvPr id="17" name="그래픽 16" descr="클립보드 단색으로 채워진">
              <a:extLst>
                <a:ext uri="{FF2B5EF4-FFF2-40B4-BE49-F238E27FC236}">
                  <a16:creationId xmlns:a16="http://schemas.microsoft.com/office/drawing/2014/main" id="{3C3260F7-A8E3-45B8-B41E-23042211DC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46232" y="2484381"/>
              <a:ext cx="807310" cy="807309"/>
            </a:xfrm>
            <a:prstGeom prst="rect">
              <a:avLst/>
            </a:prstGeom>
          </p:spPr>
        </p:pic>
        <p:pic>
          <p:nvPicPr>
            <p:cNvPr id="19" name="그래픽 18" descr="고객 리뷰 단색으로 채워진">
              <a:extLst>
                <a:ext uri="{FF2B5EF4-FFF2-40B4-BE49-F238E27FC236}">
                  <a16:creationId xmlns:a16="http://schemas.microsoft.com/office/drawing/2014/main" id="{F757D88F-7E4E-470D-BEC7-D10B53DB74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84100" y="2530681"/>
              <a:ext cx="807310" cy="80730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48AFB2-E764-4580-B58C-DE03CA90E1A1}"/>
                </a:ext>
              </a:extLst>
            </p:cNvPr>
            <p:cNvSpPr txBox="1"/>
            <p:nvPr/>
          </p:nvSpPr>
          <p:spPr>
            <a:xfrm>
              <a:off x="568403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294508-CEFA-487F-AD6B-B990D8497FAB}"/>
                </a:ext>
              </a:extLst>
            </p:cNvPr>
            <p:cNvSpPr txBox="1"/>
            <p:nvPr/>
          </p:nvSpPr>
          <p:spPr>
            <a:xfrm>
              <a:off x="72600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AE799CD-DF12-4560-933E-05D0E1F38EB6}"/>
                </a:ext>
              </a:extLst>
            </p:cNvPr>
            <p:cNvSpPr txBox="1"/>
            <p:nvPr/>
          </p:nvSpPr>
          <p:spPr>
            <a:xfrm>
              <a:off x="335391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BB9098-FA2A-46D0-894B-A5775D2CB4F6}"/>
                </a:ext>
              </a:extLst>
            </p:cNvPr>
            <p:cNvSpPr txBox="1"/>
            <p:nvPr/>
          </p:nvSpPr>
          <p:spPr>
            <a:xfrm>
              <a:off x="351151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talk, 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BE22E2-0C89-44E6-A432-14E419A05354}"/>
                </a:ext>
              </a:extLst>
            </p:cNvPr>
            <p:cNvSpPr txBox="1"/>
            <p:nvPr/>
          </p:nvSpPr>
          <p:spPr>
            <a:xfrm>
              <a:off x="6139417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6DC71E-AD30-4EB8-86A0-3B655672212C}"/>
                </a:ext>
              </a:extLst>
            </p:cNvPr>
            <p:cNvSpPr txBox="1"/>
            <p:nvPr/>
          </p:nvSpPr>
          <p:spPr>
            <a:xfrm>
              <a:off x="6297017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A695FE-2A97-4B64-9AEE-7948E2B8DF5A}"/>
                </a:ext>
              </a:extLst>
            </p:cNvPr>
            <p:cNvSpPr txBox="1"/>
            <p:nvPr/>
          </p:nvSpPr>
          <p:spPr>
            <a:xfrm>
              <a:off x="881310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FB2FD7B-DFAE-4A24-9957-2D0B4EDCEB4B}"/>
                </a:ext>
              </a:extLst>
            </p:cNvPr>
            <p:cNvSpPr txBox="1"/>
            <p:nvPr/>
          </p:nvSpPr>
          <p:spPr>
            <a:xfrm>
              <a:off x="8970701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62846FD-0B59-4451-85CD-D3497662EC0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C945D9E-6E5B-4D16-8F09-A7EE1149DAEF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864209-1078-4AE8-899C-80D61A271D51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0E9A7-1183-415F-935C-3B75BD4AF265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9EA750-A9BD-411C-9BDC-C0C547F738CE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381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</a:t>
            </a:r>
            <a:r>
              <a:rPr lang="en-US" altLang="ko-KR" sz="320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 </a:t>
            </a:r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746B-630F-4598-84F8-DE55D75A6C0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886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061B9CF-338B-4901-ADEC-C8FB16C11592}"/>
              </a:ext>
            </a:extLst>
          </p:cNvPr>
          <p:cNvSpPr txBox="1"/>
          <p:nvPr/>
        </p:nvSpPr>
        <p:spPr>
          <a:xfrm>
            <a:off x="111838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A98EC-EB20-45A8-A248-936B50F836CA}"/>
              </a:ext>
            </a:extLst>
          </p:cNvPr>
          <p:cNvSpPr txBox="1"/>
          <p:nvPr/>
        </p:nvSpPr>
        <p:spPr>
          <a:xfrm>
            <a:off x="3870552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6AB37-0B7C-4CDB-8DE0-BD3241E8BA3F}"/>
              </a:ext>
            </a:extLst>
          </p:cNvPr>
          <p:cNvSpPr txBox="1"/>
          <p:nvPr/>
        </p:nvSpPr>
        <p:spPr>
          <a:xfrm>
            <a:off x="662271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A237D-DBCF-4D16-94EC-763115FF6907}"/>
              </a:ext>
            </a:extLst>
          </p:cNvPr>
          <p:cNvSpPr txBox="1"/>
          <p:nvPr/>
        </p:nvSpPr>
        <p:spPr>
          <a:xfrm>
            <a:off x="9374876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7464A7-356E-4635-846C-A32EE3EF55DA}"/>
              </a:ext>
            </a:extLst>
          </p:cNvPr>
          <p:cNvSpPr/>
          <p:nvPr/>
        </p:nvSpPr>
        <p:spPr>
          <a:xfrm>
            <a:off x="753038" y="2420506"/>
            <a:ext cx="2429436" cy="3573872"/>
          </a:xfrm>
          <a:prstGeom prst="rect">
            <a:avLst/>
          </a:prstGeom>
          <a:noFill/>
          <a:ln>
            <a:solidFill>
              <a:srgbClr val="609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D6E24-DA25-43A1-A024-62451416A9D3}"/>
              </a:ext>
            </a:extLst>
          </p:cNvPr>
          <p:cNvSpPr/>
          <p:nvPr/>
        </p:nvSpPr>
        <p:spPr>
          <a:xfrm>
            <a:off x="3505203" y="2420506"/>
            <a:ext cx="2429436" cy="3573872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3DD630-AF73-4D50-A0B6-280B465BF656}"/>
              </a:ext>
            </a:extLst>
          </p:cNvPr>
          <p:cNvSpPr/>
          <p:nvPr/>
        </p:nvSpPr>
        <p:spPr>
          <a:xfrm>
            <a:off x="6257367" y="2420506"/>
            <a:ext cx="2429436" cy="357387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3A4C57-26C1-4B35-A9DC-749202295178}"/>
              </a:ext>
            </a:extLst>
          </p:cNvPr>
          <p:cNvSpPr/>
          <p:nvPr/>
        </p:nvSpPr>
        <p:spPr>
          <a:xfrm>
            <a:off x="9009526" y="2420506"/>
            <a:ext cx="2429436" cy="3573873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E3846D-A8E7-4B0F-A0BC-69F570E43E56}"/>
              </a:ext>
            </a:extLst>
          </p:cNvPr>
          <p:cNvSpPr txBox="1"/>
          <p:nvPr/>
        </p:nvSpPr>
        <p:spPr>
          <a:xfrm>
            <a:off x="900729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41831-043E-43E3-92B9-4F9A8A1BBD6B}"/>
              </a:ext>
            </a:extLst>
          </p:cNvPr>
          <p:cNvSpPr txBox="1"/>
          <p:nvPr/>
        </p:nvSpPr>
        <p:spPr>
          <a:xfrm>
            <a:off x="3652894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33F8B-698C-4B19-94B7-5A179040DEFA}"/>
              </a:ext>
            </a:extLst>
          </p:cNvPr>
          <p:cNvSpPr txBox="1"/>
          <p:nvPr/>
        </p:nvSpPr>
        <p:spPr>
          <a:xfrm>
            <a:off x="6405057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4C8414-FADC-4909-87B3-B824CACF9014}"/>
              </a:ext>
            </a:extLst>
          </p:cNvPr>
          <p:cNvSpPr txBox="1"/>
          <p:nvPr/>
        </p:nvSpPr>
        <p:spPr>
          <a:xfrm>
            <a:off x="9157218" y="2715340"/>
            <a:ext cx="213405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E1DE4-14B4-4F1D-B47A-38CD3DB82AB1}"/>
              </a:ext>
            </a:extLst>
          </p:cNvPr>
          <p:cNvGrpSpPr/>
          <p:nvPr/>
        </p:nvGrpSpPr>
        <p:grpSpPr>
          <a:xfrm>
            <a:off x="1556011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6E88E0-6F7F-423D-8B51-E6B05CCE0E38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09E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1B9D5F8-0D5C-4A5A-95DA-48E5759AB366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A4CD42-4832-46EB-A099-DB8C0489C30F}"/>
              </a:ext>
            </a:extLst>
          </p:cNvPr>
          <p:cNvGrpSpPr/>
          <p:nvPr/>
        </p:nvGrpSpPr>
        <p:grpSpPr>
          <a:xfrm>
            <a:off x="4303407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90F6E4B-490B-4E50-80A2-7983291BBA65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7B7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D750B60-42DC-4831-9737-CFEF88CD2FF0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B6ABB8-FE8D-41B7-946D-2F8093567060}"/>
              </a:ext>
            </a:extLst>
          </p:cNvPr>
          <p:cNvGrpSpPr/>
          <p:nvPr/>
        </p:nvGrpSpPr>
        <p:grpSpPr>
          <a:xfrm>
            <a:off x="7057121" y="5574504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AF7D13D-36B7-45E4-9A96-6EB07BCAD41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46090D-8C52-47E2-A89B-40D094E0C148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58B33AE-9676-452B-90AA-9694ED9CD7D7}"/>
              </a:ext>
            </a:extLst>
          </p:cNvPr>
          <p:cNvGrpSpPr/>
          <p:nvPr/>
        </p:nvGrpSpPr>
        <p:grpSpPr>
          <a:xfrm>
            <a:off x="9885480" y="5574506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5D9B8C1-FAA5-4C87-BD63-F072D308432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1533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91C3CC4-F9F6-48A2-B4A2-E697A9307849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59173D8-1143-409E-A2C7-366945960492}"/>
              </a:ext>
            </a:extLst>
          </p:cNvPr>
          <p:cNvSpPr txBox="1"/>
          <p:nvPr/>
        </p:nvSpPr>
        <p:spPr>
          <a:xfrm>
            <a:off x="1638646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01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7303C3-8D3A-49B4-9A2E-0483D40E9297}"/>
              </a:ext>
            </a:extLst>
          </p:cNvPr>
          <p:cNvSpPr txBox="1"/>
          <p:nvPr/>
        </p:nvSpPr>
        <p:spPr>
          <a:xfrm>
            <a:off x="4377740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02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3DCE6-81AE-4E39-B4E3-B34220E3A4B7}"/>
              </a:ext>
            </a:extLst>
          </p:cNvPr>
          <p:cNvSpPr txBox="1"/>
          <p:nvPr/>
        </p:nvSpPr>
        <p:spPr>
          <a:xfrm>
            <a:off x="9958466" y="5743243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04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A00381-6F62-4948-A283-62AEC8A1F72F}"/>
              </a:ext>
            </a:extLst>
          </p:cNvPr>
          <p:cNvSpPr txBox="1"/>
          <p:nvPr/>
        </p:nvSpPr>
        <p:spPr>
          <a:xfrm>
            <a:off x="7133059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03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FA1567-152C-49AC-B790-DD83F33CB5E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DE107E-AE9C-4BF6-BA77-15C5088FB552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FB1BA-ECDC-4761-9A1D-DF3DDC8F8407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1DDDB6-FA24-42B7-ACFB-F137F0CD228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E7EA4-6DAD-441A-B370-EF89F5685CB7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593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8C2AE0CA-89B5-4535-A087-1B3EF26FE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424161"/>
              </p:ext>
            </p:extLst>
          </p:nvPr>
        </p:nvGraphicFramePr>
        <p:xfrm>
          <a:off x="-445049" y="1923631"/>
          <a:ext cx="6541049" cy="427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A1D4291-D217-4DE1-AF0A-ADEAD1D2D48A}"/>
              </a:ext>
            </a:extLst>
          </p:cNvPr>
          <p:cNvCxnSpPr/>
          <p:nvPr/>
        </p:nvCxnSpPr>
        <p:spPr>
          <a:xfrm>
            <a:off x="5411928" y="2231265"/>
            <a:ext cx="0" cy="361188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CFC5DA-9EC5-4D34-B3AC-F349ADAD157C}"/>
              </a:ext>
            </a:extLst>
          </p:cNvPr>
          <p:cNvSpPr txBox="1"/>
          <p:nvPr/>
        </p:nvSpPr>
        <p:spPr>
          <a:xfrm>
            <a:off x="5999434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0CEE49-3A24-44FA-9408-94642B8B6689}"/>
              </a:ext>
            </a:extLst>
          </p:cNvPr>
          <p:cNvSpPr txBox="1"/>
          <p:nvPr/>
        </p:nvSpPr>
        <p:spPr>
          <a:xfrm>
            <a:off x="5823669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16B3D5-7646-4A1F-A3EE-E52E8DAFCA0B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4F9C1-B41C-4D08-95D2-860CE2E02BC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A0F17-7365-40BF-A0DF-201611ABFDF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F9130-E69D-4CDF-AE25-FFB667AEFB79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26E6CD-9C45-4723-91F4-25D34B68BE5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909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육각형 1">
            <a:extLst>
              <a:ext uri="{FF2B5EF4-FFF2-40B4-BE49-F238E27FC236}">
                <a16:creationId xmlns:a16="http://schemas.microsoft.com/office/drawing/2014/main" id="{6FE99528-52E6-42B7-89DF-86FA8994EC51}"/>
              </a:ext>
            </a:extLst>
          </p:cNvPr>
          <p:cNvSpPr/>
          <p:nvPr/>
        </p:nvSpPr>
        <p:spPr>
          <a:xfrm>
            <a:off x="690345" y="3417546"/>
            <a:ext cx="2487780" cy="2144639"/>
          </a:xfrm>
          <a:prstGeom prst="hexagon">
            <a:avLst/>
          </a:prstGeom>
          <a:solidFill>
            <a:srgbClr val="DCF0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육각형 10">
            <a:extLst>
              <a:ext uri="{FF2B5EF4-FFF2-40B4-BE49-F238E27FC236}">
                <a16:creationId xmlns:a16="http://schemas.microsoft.com/office/drawing/2014/main" id="{B8A39795-4EAA-4DA6-A198-22AAB33C677D}"/>
              </a:ext>
            </a:extLst>
          </p:cNvPr>
          <p:cNvSpPr/>
          <p:nvPr/>
        </p:nvSpPr>
        <p:spPr>
          <a:xfrm>
            <a:off x="2768045" y="2181275"/>
            <a:ext cx="2487780" cy="2144639"/>
          </a:xfrm>
          <a:prstGeom prst="hexagon">
            <a:avLst/>
          </a:prstGeom>
          <a:solidFill>
            <a:srgbClr val="83A99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3" name="육각형 12">
            <a:extLst>
              <a:ext uri="{FF2B5EF4-FFF2-40B4-BE49-F238E27FC236}">
                <a16:creationId xmlns:a16="http://schemas.microsoft.com/office/drawing/2014/main" id="{52109C0E-D362-4F9B-9C36-5C1F6502EDBE}"/>
              </a:ext>
            </a:extLst>
          </p:cNvPr>
          <p:cNvSpPr/>
          <p:nvPr/>
        </p:nvSpPr>
        <p:spPr>
          <a:xfrm>
            <a:off x="4860985" y="3417546"/>
            <a:ext cx="2487780" cy="2144639"/>
          </a:xfrm>
          <a:prstGeom prst="hexagon">
            <a:avLst/>
          </a:prstGeom>
          <a:solidFill>
            <a:srgbClr val="A1BF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225F42CA-CB61-4FB6-9602-93856C896771}"/>
              </a:ext>
            </a:extLst>
          </p:cNvPr>
          <p:cNvSpPr/>
          <p:nvPr/>
        </p:nvSpPr>
        <p:spPr>
          <a:xfrm>
            <a:off x="6923445" y="2181275"/>
            <a:ext cx="2487780" cy="2144639"/>
          </a:xfrm>
          <a:prstGeom prst="hexagon">
            <a:avLst/>
          </a:prstGeom>
          <a:solidFill>
            <a:srgbClr val="E8E8E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육각형 14">
            <a:extLst>
              <a:ext uri="{FF2B5EF4-FFF2-40B4-BE49-F238E27FC236}">
                <a16:creationId xmlns:a16="http://schemas.microsoft.com/office/drawing/2014/main" id="{D1852DD9-2330-4DA0-851D-3E197216DE99}"/>
              </a:ext>
            </a:extLst>
          </p:cNvPr>
          <p:cNvSpPr/>
          <p:nvPr/>
        </p:nvSpPr>
        <p:spPr>
          <a:xfrm>
            <a:off x="9001146" y="3417546"/>
            <a:ext cx="2487780" cy="2144639"/>
          </a:xfrm>
          <a:prstGeom prst="hexagon">
            <a:avLst/>
          </a:prstGeom>
          <a:solidFill>
            <a:srgbClr val="578F7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pic>
        <p:nvPicPr>
          <p:cNvPr id="10" name="그래픽 9" descr="블로그 단색으로 채워진">
            <a:extLst>
              <a:ext uri="{FF2B5EF4-FFF2-40B4-BE49-F238E27FC236}">
                <a16:creationId xmlns:a16="http://schemas.microsoft.com/office/drawing/2014/main" id="{B746178C-5F74-449F-8DFC-F87B8114E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2769" y="4032665"/>
            <a:ext cx="914400" cy="914400"/>
          </a:xfrm>
          <a:prstGeom prst="rect">
            <a:avLst/>
          </a:prstGeom>
        </p:spPr>
      </p:pic>
      <p:pic>
        <p:nvPicPr>
          <p:cNvPr id="17" name="그래픽 16" descr="도시 단색으로 채워진">
            <a:extLst>
              <a:ext uri="{FF2B5EF4-FFF2-40B4-BE49-F238E27FC236}">
                <a16:creationId xmlns:a16="http://schemas.microsoft.com/office/drawing/2014/main" id="{6B3D5030-63DC-4EEA-B9A1-2AE66D95C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701" y="4032665"/>
            <a:ext cx="914400" cy="914400"/>
          </a:xfrm>
          <a:prstGeom prst="rect">
            <a:avLst/>
          </a:prstGeom>
        </p:spPr>
      </p:pic>
      <p:pic>
        <p:nvPicPr>
          <p:cNvPr id="19" name="그래픽 18" descr="악수 단색으로 채워진">
            <a:extLst>
              <a:ext uri="{FF2B5EF4-FFF2-40B4-BE49-F238E27FC236}">
                <a16:creationId xmlns:a16="http://schemas.microsoft.com/office/drawing/2014/main" id="{B0864E52-A3C3-419F-BBAD-BDB6FE713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5174" y="2796394"/>
            <a:ext cx="914400" cy="914400"/>
          </a:xfrm>
          <a:prstGeom prst="rect">
            <a:avLst/>
          </a:prstGeom>
        </p:spPr>
      </p:pic>
      <p:pic>
        <p:nvPicPr>
          <p:cNvPr id="21" name="그래픽 20" descr="모래 시계 30% 단색으로 채워진">
            <a:extLst>
              <a:ext uri="{FF2B5EF4-FFF2-40B4-BE49-F238E27FC236}">
                <a16:creationId xmlns:a16="http://schemas.microsoft.com/office/drawing/2014/main" id="{1362ABEF-C5FB-4041-B179-1A78E211A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20574" y="2796394"/>
            <a:ext cx="914400" cy="914400"/>
          </a:xfrm>
          <a:prstGeom prst="rect">
            <a:avLst/>
          </a:prstGeom>
        </p:spPr>
      </p:pic>
      <p:pic>
        <p:nvPicPr>
          <p:cNvPr id="23" name="그래픽 22" descr="전구 및 기어  단색으로 채워진">
            <a:extLst>
              <a:ext uri="{FF2B5EF4-FFF2-40B4-BE49-F238E27FC236}">
                <a16:creationId xmlns:a16="http://schemas.microsoft.com/office/drawing/2014/main" id="{085F8021-97E3-4D53-AB6A-7D3FEE54A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95034" y="403266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824F851-3877-4524-B094-057F036C90C0}"/>
              </a:ext>
            </a:extLst>
          </p:cNvPr>
          <p:cNvSpPr txBox="1"/>
          <p:nvPr/>
        </p:nvSpPr>
        <p:spPr>
          <a:xfrm>
            <a:off x="689605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762EE4-8CC0-4F87-A610-753A68372987}"/>
              </a:ext>
            </a:extLst>
          </p:cNvPr>
          <p:cNvSpPr txBox="1"/>
          <p:nvPr/>
        </p:nvSpPr>
        <p:spPr>
          <a:xfrm>
            <a:off x="2725020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CCB41C-A0E3-4BAD-9AB0-AFC64D55C429}"/>
              </a:ext>
            </a:extLst>
          </p:cNvPr>
          <p:cNvSpPr txBox="1"/>
          <p:nvPr/>
        </p:nvSpPr>
        <p:spPr>
          <a:xfrm>
            <a:off x="4835850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9A220-E14C-4FF2-AF1D-4EF35A3F2099}"/>
              </a:ext>
            </a:extLst>
          </p:cNvPr>
          <p:cNvSpPr txBox="1"/>
          <p:nvPr/>
        </p:nvSpPr>
        <p:spPr>
          <a:xfrm>
            <a:off x="9012617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6DCA2-0743-4D90-9814-A4D883EECFB9}"/>
              </a:ext>
            </a:extLst>
          </p:cNvPr>
          <p:cNvSpPr txBox="1"/>
          <p:nvPr/>
        </p:nvSpPr>
        <p:spPr>
          <a:xfrm>
            <a:off x="7005141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93CFFD-CFAC-4960-A46F-C7EB5AC1CAB9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E396B6-3669-49B5-B54A-31A18556FE6A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88F25-CA8F-43B2-9B78-434F6F99E8D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022D7D-C3AF-418E-A8B8-65F6DF92A9F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88F572-A3D1-4531-BA07-809B80027E6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748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F531B724-A4E3-4F89-BE82-4CFA016C877D}"/>
              </a:ext>
            </a:extLst>
          </p:cNvPr>
          <p:cNvSpPr/>
          <p:nvPr/>
        </p:nvSpPr>
        <p:spPr>
          <a:xfrm>
            <a:off x="859741" y="4910543"/>
            <a:ext cx="2746546" cy="1072392"/>
          </a:xfrm>
          <a:prstGeom prst="flowChartMagneticDisk">
            <a:avLst/>
          </a:prstGeom>
          <a:solidFill>
            <a:srgbClr val="C4D6D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B476A2B7-DCC8-447B-90E6-3CD374E94F04}"/>
              </a:ext>
            </a:extLst>
          </p:cNvPr>
          <p:cNvSpPr/>
          <p:nvPr/>
        </p:nvSpPr>
        <p:spPr>
          <a:xfrm>
            <a:off x="859741" y="3529155"/>
            <a:ext cx="2746546" cy="1072392"/>
          </a:xfrm>
          <a:prstGeom prst="flowChartMagneticDisk">
            <a:avLst/>
          </a:prstGeom>
          <a:solidFill>
            <a:srgbClr val="83A99B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자기 디스크 9">
            <a:extLst>
              <a:ext uri="{FF2B5EF4-FFF2-40B4-BE49-F238E27FC236}">
                <a16:creationId xmlns:a16="http://schemas.microsoft.com/office/drawing/2014/main" id="{CAB3E5ED-52DA-4604-8BD5-8DA257A77404}"/>
              </a:ext>
            </a:extLst>
          </p:cNvPr>
          <p:cNvSpPr/>
          <p:nvPr/>
        </p:nvSpPr>
        <p:spPr>
          <a:xfrm>
            <a:off x="859741" y="2147767"/>
            <a:ext cx="2746546" cy="1072392"/>
          </a:xfrm>
          <a:prstGeom prst="flowChartMagneticDisk">
            <a:avLst/>
          </a:prstGeom>
          <a:solidFill>
            <a:srgbClr val="479374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498D4A-A483-4488-AEE0-5CDDBDAD36E0}"/>
              </a:ext>
            </a:extLst>
          </p:cNvPr>
          <p:cNvCxnSpPr>
            <a:cxnSpLocks/>
          </p:cNvCxnSpPr>
          <p:nvPr/>
        </p:nvCxnSpPr>
        <p:spPr>
          <a:xfrm flipV="1">
            <a:off x="3329441" y="2340839"/>
            <a:ext cx="1615440" cy="373169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3FC92C-D5F1-48EB-899A-8A535E42871D}"/>
              </a:ext>
            </a:extLst>
          </p:cNvPr>
          <p:cNvSpPr/>
          <p:nvPr/>
        </p:nvSpPr>
        <p:spPr>
          <a:xfrm>
            <a:off x="5141199" y="1883419"/>
            <a:ext cx="6327946" cy="1263104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AA2A74-F7E6-4836-A547-444B7E5B8357}"/>
              </a:ext>
            </a:extLst>
          </p:cNvPr>
          <p:cNvSpPr/>
          <p:nvPr/>
        </p:nvSpPr>
        <p:spPr>
          <a:xfrm>
            <a:off x="5141199" y="3386728"/>
            <a:ext cx="6327946" cy="1263104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2BBDB1-EB63-4500-A3DF-762B966298FE}"/>
              </a:ext>
            </a:extLst>
          </p:cNvPr>
          <p:cNvSpPr/>
          <p:nvPr/>
        </p:nvSpPr>
        <p:spPr>
          <a:xfrm>
            <a:off x="5141199" y="4890038"/>
            <a:ext cx="6327946" cy="1263104"/>
          </a:xfrm>
          <a:prstGeom prst="rect">
            <a:avLst/>
          </a:prstGeom>
          <a:noFill/>
          <a:ln>
            <a:solidFill>
              <a:srgbClr val="A1BF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6D7A98D-D379-4A9A-A72D-E40C67071C46}"/>
              </a:ext>
            </a:extLst>
          </p:cNvPr>
          <p:cNvCxnSpPr>
            <a:cxnSpLocks/>
          </p:cNvCxnSpPr>
          <p:nvPr/>
        </p:nvCxnSpPr>
        <p:spPr>
          <a:xfrm flipV="1">
            <a:off x="3329441" y="4006137"/>
            <a:ext cx="1647270" cy="12144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C8075CB-E971-425D-9430-A01470FB6D1B}"/>
              </a:ext>
            </a:extLst>
          </p:cNvPr>
          <p:cNvCxnSpPr>
            <a:cxnSpLocks/>
          </p:cNvCxnSpPr>
          <p:nvPr/>
        </p:nvCxnSpPr>
        <p:spPr>
          <a:xfrm>
            <a:off x="3297611" y="5133062"/>
            <a:ext cx="1540590" cy="304587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CA1DD-4B76-401C-BDE5-60DEC5423714}"/>
              </a:ext>
            </a:extLst>
          </p:cNvPr>
          <p:cNvSpPr txBox="1"/>
          <p:nvPr/>
        </p:nvSpPr>
        <p:spPr>
          <a:xfrm>
            <a:off x="988125" y="2562522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968AE-CCD7-4A00-8776-D8A952C0800D}"/>
              </a:ext>
            </a:extLst>
          </p:cNvPr>
          <p:cNvSpPr txBox="1"/>
          <p:nvPr/>
        </p:nvSpPr>
        <p:spPr>
          <a:xfrm>
            <a:off x="988125" y="3948828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E8186-8BA9-4755-9FB3-CB2D51673047}"/>
              </a:ext>
            </a:extLst>
          </p:cNvPr>
          <p:cNvSpPr txBox="1"/>
          <p:nvPr/>
        </p:nvSpPr>
        <p:spPr>
          <a:xfrm>
            <a:off x="988125" y="5304897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DE52B-1125-4508-BA67-1380E525C81A}"/>
              </a:ext>
            </a:extLst>
          </p:cNvPr>
          <p:cNvSpPr txBox="1"/>
          <p:nvPr/>
        </p:nvSpPr>
        <p:spPr>
          <a:xfrm>
            <a:off x="5423917" y="2147767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55F006-F931-40DC-B007-35BAB00AB0F4}"/>
              </a:ext>
            </a:extLst>
          </p:cNvPr>
          <p:cNvSpPr txBox="1"/>
          <p:nvPr/>
        </p:nvSpPr>
        <p:spPr>
          <a:xfrm>
            <a:off x="5423917" y="369672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633D13-CFAF-40B1-A5B2-D9ED668E3C38}"/>
              </a:ext>
            </a:extLst>
          </p:cNvPr>
          <p:cNvSpPr txBox="1"/>
          <p:nvPr/>
        </p:nvSpPr>
        <p:spPr>
          <a:xfrm>
            <a:off x="5423917" y="528535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5F20E8-A324-40D1-A384-456A8C0A65CC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14C8EA-182F-41F0-B697-C3687B7F7D3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C2E4D-E2D8-4F41-9F01-FCFFD983720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EFAF15-D716-493B-B52B-AEB17CA8760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3D4B7-1B42-4EEB-82E7-A66860586C4A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2089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03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79961-D618-4AF6-9EC4-F5C15CD0557B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487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AAE79FE7-A59D-42C7-B69C-78C0E76AF3E2}"/>
              </a:ext>
            </a:extLst>
          </p:cNvPr>
          <p:cNvSpPr/>
          <p:nvPr/>
        </p:nvSpPr>
        <p:spPr>
          <a:xfrm>
            <a:off x="987880" y="1950720"/>
            <a:ext cx="2468880" cy="2468880"/>
          </a:xfrm>
          <a:prstGeom prst="ellipse">
            <a:avLst/>
          </a:prstGeom>
          <a:solidFill>
            <a:srgbClr val="67B7B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5332CB-5195-4A99-847B-47899AB9C44E}"/>
              </a:ext>
            </a:extLst>
          </p:cNvPr>
          <p:cNvSpPr/>
          <p:nvPr/>
        </p:nvSpPr>
        <p:spPr>
          <a:xfrm>
            <a:off x="4797880" y="1950720"/>
            <a:ext cx="2468880" cy="2468880"/>
          </a:xfrm>
          <a:prstGeom prst="ellipse">
            <a:avLst/>
          </a:prstGeom>
          <a:solidFill>
            <a:srgbClr val="D0D5A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0E0EB83-6B74-43F1-9EDB-E261362606BC}"/>
              </a:ext>
            </a:extLst>
          </p:cNvPr>
          <p:cNvSpPr/>
          <p:nvPr/>
        </p:nvSpPr>
        <p:spPr>
          <a:xfrm>
            <a:off x="8607880" y="1950720"/>
            <a:ext cx="2468880" cy="2468880"/>
          </a:xfrm>
          <a:prstGeom prst="ellipse">
            <a:avLst/>
          </a:prstGeom>
          <a:solidFill>
            <a:srgbClr val="99C7B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5FCEC5F-6C8C-43C1-9796-6FCFEFFC1B2D}"/>
              </a:ext>
            </a:extLst>
          </p:cNvPr>
          <p:cNvCxnSpPr/>
          <p:nvPr/>
        </p:nvCxnSpPr>
        <p:spPr>
          <a:xfrm>
            <a:off x="365018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65519C3-8BFA-4913-8C9B-0EA7132308EE}"/>
              </a:ext>
            </a:extLst>
          </p:cNvPr>
          <p:cNvCxnSpPr/>
          <p:nvPr/>
        </p:nvCxnSpPr>
        <p:spPr>
          <a:xfrm>
            <a:off x="749066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래픽 18" descr="사람들과 함께 사이클링  단색으로 채워진">
            <a:extLst>
              <a:ext uri="{FF2B5EF4-FFF2-40B4-BE49-F238E27FC236}">
                <a16:creationId xmlns:a16="http://schemas.microsoft.com/office/drawing/2014/main" id="{2FE8273B-83B8-4A7C-90DF-DD98D9C76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7955" y="2648870"/>
            <a:ext cx="1008730" cy="1008730"/>
          </a:xfrm>
          <a:prstGeom prst="rect">
            <a:avLst/>
          </a:prstGeom>
        </p:spPr>
      </p:pic>
      <p:pic>
        <p:nvPicPr>
          <p:cNvPr id="21" name="그래픽 20" descr="디스크자키 남성 단색으로 채워진">
            <a:extLst>
              <a:ext uri="{FF2B5EF4-FFF2-40B4-BE49-F238E27FC236}">
                <a16:creationId xmlns:a16="http://schemas.microsoft.com/office/drawing/2014/main" id="{7B3540B4-C3E7-4425-A7E3-753162BD5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5120" y="2727960"/>
            <a:ext cx="914400" cy="914400"/>
          </a:xfrm>
          <a:prstGeom prst="rect">
            <a:avLst/>
          </a:prstGeom>
        </p:spPr>
      </p:pic>
      <p:pic>
        <p:nvPicPr>
          <p:cNvPr id="33" name="그래픽 32" descr="엘리베이터 단색으로 채워진">
            <a:extLst>
              <a:ext uri="{FF2B5EF4-FFF2-40B4-BE49-F238E27FC236}">
                <a16:creationId xmlns:a16="http://schemas.microsoft.com/office/drawing/2014/main" id="{87830813-DD34-4776-AC34-6197739E4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5120" y="2743200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1D3C56-4845-40E9-A545-3B435149A633}"/>
              </a:ext>
            </a:extLst>
          </p:cNvPr>
          <p:cNvSpPr txBox="1"/>
          <p:nvPr/>
        </p:nvSpPr>
        <p:spPr>
          <a:xfrm>
            <a:off x="988218" y="4767208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58E40-FBE8-4099-914D-31C14DD0712B}"/>
              </a:ext>
            </a:extLst>
          </p:cNvPr>
          <p:cNvSpPr txBox="1"/>
          <p:nvPr/>
        </p:nvSpPr>
        <p:spPr>
          <a:xfrm>
            <a:off x="1003577" y="5083815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FFE6B3-833B-4089-BC08-90F9760B2345}"/>
              </a:ext>
            </a:extLst>
          </p:cNvPr>
          <p:cNvSpPr txBox="1"/>
          <p:nvPr/>
        </p:nvSpPr>
        <p:spPr>
          <a:xfrm>
            <a:off x="4663635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BF76BF-45F8-4DC4-B761-BF32064DD8EA}"/>
              </a:ext>
            </a:extLst>
          </p:cNvPr>
          <p:cNvSpPr txBox="1"/>
          <p:nvPr/>
        </p:nvSpPr>
        <p:spPr>
          <a:xfrm>
            <a:off x="4678994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C08653-B7D6-491D-852A-D239914D5CD2}"/>
              </a:ext>
            </a:extLst>
          </p:cNvPr>
          <p:cNvSpPr txBox="1"/>
          <p:nvPr/>
        </p:nvSpPr>
        <p:spPr>
          <a:xfrm>
            <a:off x="8446193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24A57F-733A-4B1C-BD41-738A7CEBE48A}"/>
              </a:ext>
            </a:extLst>
          </p:cNvPr>
          <p:cNvSpPr txBox="1"/>
          <p:nvPr/>
        </p:nvSpPr>
        <p:spPr>
          <a:xfrm>
            <a:off x="8461552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284438-9242-4281-BBF4-D4BAB205203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D601DF-D511-4110-BEC4-4A3FB6F4C2A0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29F683-1946-481C-A57C-25D8B664087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39844-68FD-470D-882B-3AAF78B0DBE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3DE86-21E5-4FDA-A5DF-ADFAA7F34AF1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287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381D86A1-08FF-4F88-BAEC-F06EC56584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987190"/>
              </p:ext>
            </p:extLst>
          </p:nvPr>
        </p:nvGraphicFramePr>
        <p:xfrm>
          <a:off x="3626593" y="2909376"/>
          <a:ext cx="4938814" cy="2883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F4D52C9-9EE1-4237-ACD7-1516820A47B1}"/>
              </a:ext>
            </a:extLst>
          </p:cNvPr>
          <p:cNvSpPr txBox="1"/>
          <p:nvPr/>
        </p:nvSpPr>
        <p:spPr>
          <a:xfrm>
            <a:off x="548640" y="354854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F8D40-7555-4017-944E-E0D5786022D8}"/>
              </a:ext>
            </a:extLst>
          </p:cNvPr>
          <p:cNvSpPr txBox="1"/>
          <p:nvPr/>
        </p:nvSpPr>
        <p:spPr>
          <a:xfrm>
            <a:off x="987711" y="523359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984C33-3AE6-4D0E-AD38-490D2DE6DAD3}"/>
              </a:ext>
            </a:extLst>
          </p:cNvPr>
          <p:cNvSpPr txBox="1"/>
          <p:nvPr/>
        </p:nvSpPr>
        <p:spPr>
          <a:xfrm>
            <a:off x="7506051" y="5189844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D5DC6-0CDA-4843-A6B8-8B0DF30963F0}"/>
              </a:ext>
            </a:extLst>
          </p:cNvPr>
          <p:cNvSpPr txBox="1"/>
          <p:nvPr/>
        </p:nvSpPr>
        <p:spPr>
          <a:xfrm>
            <a:off x="7945120" y="3528522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A3FE2-1DAB-4B37-8ACE-8F6C58C2E0B7}"/>
              </a:ext>
            </a:extLst>
          </p:cNvPr>
          <p:cNvSpPr txBox="1"/>
          <p:nvPr/>
        </p:nvSpPr>
        <p:spPr>
          <a:xfrm>
            <a:off x="4246880" y="1989119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90ED92-8177-4800-A68B-597234CF00D1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9B93D1-6D88-4A51-8FFB-5DAE3EB38E76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FA247-9828-444B-8BCE-6DCAAAA403FD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F674EA-8485-4235-AD83-7E2EF18FDF21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C10F2-4414-41C1-ABF2-05D0C70FC939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3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음악 콘서트에서 즐기고 있는 사람들">
            <a:extLst>
              <a:ext uri="{FF2B5EF4-FFF2-40B4-BE49-F238E27FC236}">
                <a16:creationId xmlns:a16="http://schemas.microsoft.com/office/drawing/2014/main" id="{9A9F4983-9295-4AF6-BB65-BD42FCBBE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42" y="2156208"/>
            <a:ext cx="5004117" cy="38788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BF1278-DC18-4095-AA7D-2011B1B34A00}"/>
              </a:ext>
            </a:extLst>
          </p:cNvPr>
          <p:cNvSpPr txBox="1"/>
          <p:nvPr/>
        </p:nvSpPr>
        <p:spPr>
          <a:xfrm>
            <a:off x="6096000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E316E-9386-4AA9-96BE-CEF8C356D30B}"/>
              </a:ext>
            </a:extLst>
          </p:cNvPr>
          <p:cNvSpPr txBox="1"/>
          <p:nvPr/>
        </p:nvSpPr>
        <p:spPr>
          <a:xfrm>
            <a:off x="5920235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65B1A-ECCC-48E4-B2AC-3F0633C2D89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A4A30D-F6BE-4022-AB02-18655982E88D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3A8311-D42D-44B4-AE23-E05FEE9363C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D2659F-9A74-4BA2-898B-77DA35108DD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B58F7-E7E3-43D6-B627-DE8823EF7D8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1484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 descr="불규칙한 점들로 채워진 원">
            <a:extLst>
              <a:ext uri="{FF2B5EF4-FFF2-40B4-BE49-F238E27FC236}">
                <a16:creationId xmlns:a16="http://schemas.microsoft.com/office/drawing/2014/main" id="{85145854-8D81-4B0C-B0AA-90F0F9FC3F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731" y="2010367"/>
            <a:ext cx="4572000" cy="4572000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469AC866-5F29-40EF-A9DE-2AC18BF52A07}"/>
              </a:ext>
            </a:extLst>
          </p:cNvPr>
          <p:cNvCxnSpPr>
            <a:cxnSpLocks/>
          </p:cNvCxnSpPr>
          <p:nvPr/>
        </p:nvCxnSpPr>
        <p:spPr>
          <a:xfrm flipV="1">
            <a:off x="3755496" y="2186966"/>
            <a:ext cx="1942936" cy="1330542"/>
          </a:xfrm>
          <a:prstGeom prst="bentConnector3">
            <a:avLst/>
          </a:prstGeom>
          <a:ln>
            <a:solidFill>
              <a:srgbClr val="1533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DC2BD92-C59C-44AC-9C02-B9C7DD697AB5}"/>
              </a:ext>
            </a:extLst>
          </p:cNvPr>
          <p:cNvSpPr/>
          <p:nvPr/>
        </p:nvSpPr>
        <p:spPr>
          <a:xfrm>
            <a:off x="5852556" y="1934710"/>
            <a:ext cx="1930004" cy="467118"/>
          </a:xfrm>
          <a:prstGeom prst="roundRect">
            <a:avLst/>
          </a:prstGeom>
          <a:solidFill>
            <a:srgbClr val="22523B"/>
          </a:solidFill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1C690-F7E0-4369-B21C-305EBBCAC0F0}"/>
              </a:ext>
            </a:extLst>
          </p:cNvPr>
          <p:cNvSpPr txBox="1"/>
          <p:nvPr/>
        </p:nvSpPr>
        <p:spPr>
          <a:xfrm>
            <a:off x="5597215" y="2012793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83249-5E97-4965-9CA6-8284E4FAD0D9}"/>
              </a:ext>
            </a:extLst>
          </p:cNvPr>
          <p:cNvSpPr txBox="1"/>
          <p:nvPr/>
        </p:nvSpPr>
        <p:spPr>
          <a:xfrm>
            <a:off x="5852556" y="2471898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138355C6-C434-4A7F-820F-C865EBDC6D66}"/>
              </a:ext>
            </a:extLst>
          </p:cNvPr>
          <p:cNvCxnSpPr>
            <a:cxnSpLocks/>
          </p:cNvCxnSpPr>
          <p:nvPr/>
        </p:nvCxnSpPr>
        <p:spPr>
          <a:xfrm>
            <a:off x="3694193" y="4052093"/>
            <a:ext cx="2004239" cy="322239"/>
          </a:xfrm>
          <a:prstGeom prst="bentConnector3">
            <a:avLst/>
          </a:prstGeom>
          <a:ln>
            <a:solidFill>
              <a:srgbClr val="83A9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C490B6-C845-4BC7-8D2A-CD9A973330FD}"/>
              </a:ext>
            </a:extLst>
          </p:cNvPr>
          <p:cNvSpPr txBox="1"/>
          <p:nvPr/>
        </p:nvSpPr>
        <p:spPr>
          <a:xfrm>
            <a:off x="5852556" y="4669450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A2E2561-88BC-42A5-8F52-51A0987B603F}"/>
              </a:ext>
            </a:extLst>
          </p:cNvPr>
          <p:cNvGrpSpPr/>
          <p:nvPr/>
        </p:nvGrpSpPr>
        <p:grpSpPr>
          <a:xfrm>
            <a:off x="3542617" y="4025423"/>
            <a:ext cx="154305" cy="45719"/>
            <a:chOff x="3618892" y="3840948"/>
            <a:chExt cx="154305" cy="45719"/>
          </a:xfrm>
          <a:solidFill>
            <a:srgbClr val="83A99B"/>
          </a:solidFill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B89AE19-683B-4ADA-A07E-D0E3DD8199A3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9891DE0-47A9-4960-8455-6E3CCA289CB7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E13070-2B6A-448F-98D5-D0D7F617D19D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6C739EA-93CE-4538-8876-35A7ECC811D7}"/>
              </a:ext>
            </a:extLst>
          </p:cNvPr>
          <p:cNvGrpSpPr/>
          <p:nvPr/>
        </p:nvGrpSpPr>
        <p:grpSpPr>
          <a:xfrm>
            <a:off x="3551582" y="3501072"/>
            <a:ext cx="154305" cy="45719"/>
            <a:chOff x="3618892" y="3840948"/>
            <a:chExt cx="154305" cy="45719"/>
          </a:xfrm>
          <a:solidFill>
            <a:srgbClr val="153325"/>
          </a:solidFill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ECB56BC-2CB7-4DCC-AE2D-85D776D91D50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BDF9561-2434-482C-910E-A0049BD219C4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FF7D36E-7247-4D26-99A0-1AEE60EF74A0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F66DBFF-8E3C-4171-9B02-EEEA4C9745A9}"/>
              </a:ext>
            </a:extLst>
          </p:cNvPr>
          <p:cNvSpPr/>
          <p:nvPr/>
        </p:nvSpPr>
        <p:spPr>
          <a:xfrm>
            <a:off x="5852556" y="4082469"/>
            <a:ext cx="1930004" cy="467118"/>
          </a:xfrm>
          <a:prstGeom prst="roundRect">
            <a:avLst/>
          </a:prstGeom>
          <a:solidFill>
            <a:srgbClr val="83A9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9135C-C690-4F38-96BF-DFB2297D4569}"/>
              </a:ext>
            </a:extLst>
          </p:cNvPr>
          <p:cNvSpPr txBox="1"/>
          <p:nvPr/>
        </p:nvSpPr>
        <p:spPr>
          <a:xfrm>
            <a:off x="5597215" y="4171956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5A5BE0-9F6A-4C9C-8053-295DE70F572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EE0450-A2A4-4B2A-91E6-02BB3C928114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75FEE9-51A0-4AD2-9C4B-7FA087A76849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5D432-5A57-4B90-91C7-5C0F6F496874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90BE5-C4AA-41EB-A6D2-E1D742D5B6C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957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54CC0-8B52-4285-9519-0DF1F6CC0AC9}"/>
              </a:ext>
            </a:extLst>
          </p:cNvPr>
          <p:cNvSpPr txBox="1"/>
          <p:nvPr/>
        </p:nvSpPr>
        <p:spPr>
          <a:xfrm>
            <a:off x="1793240" y="235969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chemeClr val="bg1">
                    <a:lumMod val="75000"/>
                  </a:schemeClr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chemeClr val="bg1">
                  <a:lumMod val="75000"/>
                </a:schemeClr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00FA-546B-4D8C-AE89-9DA39A120387}"/>
              </a:ext>
            </a:extLst>
          </p:cNvPr>
          <p:cNvSpPr txBox="1"/>
          <p:nvPr/>
        </p:nvSpPr>
        <p:spPr>
          <a:xfrm>
            <a:off x="1691640" y="223018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rgbClr val="577F7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rgbClr val="577F7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63EBAE-B329-4EFD-B04A-CCC263B5A1F1}"/>
              </a:ext>
            </a:extLst>
          </p:cNvPr>
          <p:cNvSpPr/>
          <p:nvPr/>
        </p:nvSpPr>
        <p:spPr>
          <a:xfrm>
            <a:off x="4561840" y="261239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7C8B3B-98B1-455A-B644-EFB0479D257D}"/>
              </a:ext>
            </a:extLst>
          </p:cNvPr>
          <p:cNvSpPr/>
          <p:nvPr/>
        </p:nvSpPr>
        <p:spPr>
          <a:xfrm>
            <a:off x="7193280" y="263144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74BAC4D-3E86-409E-A168-88244060925A}"/>
              </a:ext>
            </a:extLst>
          </p:cNvPr>
          <p:cNvSpPr/>
          <p:nvPr/>
        </p:nvSpPr>
        <p:spPr>
          <a:xfrm>
            <a:off x="8204835" y="2527935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98103-58C7-45C7-B51D-AA46B004619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34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4217</Words>
  <Application>Microsoft Office PowerPoint</Application>
  <PresentationFormat>와이드스크린</PresentationFormat>
  <Paragraphs>446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Rix열정도</vt:lpstr>
      <vt:lpstr>나눔바른펜</vt:lpstr>
      <vt:lpstr>나눔스퀘어라운드 Bold</vt:lpstr>
      <vt:lpstr>맑은 고딕</vt:lpstr>
      <vt:lpstr>서평원 꺾깎체 TTF</vt:lpstr>
      <vt:lpstr>카페24 써라운드</vt:lpstr>
      <vt:lpstr>코트라 볼드체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 수미</dc:creator>
  <cp:lastModifiedBy>조 시훈</cp:lastModifiedBy>
  <cp:revision>8</cp:revision>
  <dcterms:created xsi:type="dcterms:W3CDTF">2021-08-09T13:33:15Z</dcterms:created>
  <dcterms:modified xsi:type="dcterms:W3CDTF">2026-05-09T05:58:31Z</dcterms:modified>
</cp:coreProperties>
</file>